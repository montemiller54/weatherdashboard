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78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5118" autoAdjust="0"/>
  </p:normalViewPr>
  <p:slideViewPr>
    <p:cSldViewPr snapToGrid="0">
      <p:cViewPr varScale="1">
        <p:scale>
          <a:sx n="112" d="100"/>
          <a:sy n="112" d="100"/>
        </p:scale>
        <p:origin x="300" y="2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5F47-8B7A-460F-A60D-CF08D83DA026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789E-F537-4070-B345-137460DDE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59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5F47-8B7A-460F-A60D-CF08D83DA026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789E-F537-4070-B345-137460DDE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38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5F47-8B7A-460F-A60D-CF08D83DA026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789E-F537-4070-B345-137460DDE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70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5F47-8B7A-460F-A60D-CF08D83DA026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789E-F537-4070-B345-137460DDE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21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5F47-8B7A-460F-A60D-CF08D83DA026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789E-F537-4070-B345-137460DDE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5F47-8B7A-460F-A60D-CF08D83DA026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789E-F537-4070-B345-137460DDE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40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5F47-8B7A-460F-A60D-CF08D83DA026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789E-F537-4070-B345-137460DDE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6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5F47-8B7A-460F-A60D-CF08D83DA026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789E-F537-4070-B345-137460DDE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69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5F47-8B7A-460F-A60D-CF08D83DA026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789E-F537-4070-B345-137460DDE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8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5F47-8B7A-460F-A60D-CF08D83DA026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789E-F537-4070-B345-137460DDE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2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5F47-8B7A-460F-A60D-CF08D83DA026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6789E-F537-4070-B345-137460DDE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C5F47-8B7A-460F-A60D-CF08D83DA026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6789E-F537-4070-B345-137460DDE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2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6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321"/>
            <a:ext cx="12192000" cy="6862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545E102-105C-49DA-AEC5-528F9B47D21F}"/>
              </a:ext>
            </a:extLst>
          </p:cNvPr>
          <p:cNvSpPr/>
          <p:nvPr/>
        </p:nvSpPr>
        <p:spPr>
          <a:xfrm>
            <a:off x="185201" y="122007"/>
            <a:ext cx="1990108" cy="1426927"/>
          </a:xfrm>
          <a:prstGeom prst="roundRect">
            <a:avLst>
              <a:gd name="adj" fmla="val 9247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426857" y="152356"/>
            <a:ext cx="2554514" cy="2445641"/>
          </a:xfrm>
          <a:prstGeom prst="ellipse">
            <a:avLst/>
          </a:prstGeom>
          <a:solidFill>
            <a:schemeClr val="dk1">
              <a:alpha val="62000"/>
            </a:schemeClr>
          </a:solidFill>
          <a:ln w="57150"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367672" y="288213"/>
            <a:ext cx="2732087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800" dirty="0">
                <a:solidFill>
                  <a:srgbClr val="FF0000"/>
                </a:solidFill>
                <a:latin typeface="Calibri" panose="020F0502020204030204" pitchFamily="34" charset="0"/>
              </a:rPr>
              <a:t>31</a:t>
            </a:r>
            <a:br>
              <a:rPr lang="en-US" sz="2000" dirty="0">
                <a:solidFill>
                  <a:schemeClr val="bg1">
                    <a:lumMod val="75000"/>
                  </a:schemeClr>
                </a:solidFill>
              </a:rPr>
            </a:b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742" y="76550"/>
            <a:ext cx="2200275" cy="14189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742" y="1566401"/>
            <a:ext cx="2209800" cy="142657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37042" y="575077"/>
            <a:ext cx="340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959680" y="1548934"/>
            <a:ext cx="13628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Humidity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959680" y="77419"/>
            <a:ext cx="12822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Pressure</a:t>
            </a:r>
            <a:endParaRPr lang="en-US" sz="2400" dirty="0"/>
          </a:p>
        </p:txBody>
      </p:sp>
      <p:sp>
        <p:nvSpPr>
          <p:cNvPr id="16" name="Rectangle 15"/>
          <p:cNvSpPr/>
          <p:nvPr/>
        </p:nvSpPr>
        <p:spPr>
          <a:xfrm>
            <a:off x="120410" y="92862"/>
            <a:ext cx="22098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3078BA"/>
                </a:solidFill>
              </a:rPr>
              <a:t>Daily Rainfall</a:t>
            </a:r>
          </a:p>
          <a:p>
            <a:pPr algn="ctr"/>
            <a:r>
              <a:rPr lang="en-US" sz="5400" dirty="0">
                <a:solidFill>
                  <a:srgbClr val="3078BA"/>
                </a:solidFill>
              </a:rPr>
              <a:t>   .84</a:t>
            </a:r>
            <a:endParaRPr lang="en-US" sz="5400" b="1" dirty="0">
              <a:solidFill>
                <a:srgbClr val="3078BA"/>
              </a:solidFill>
            </a:endParaRPr>
          </a:p>
          <a:p>
            <a:pPr algn="ctr"/>
            <a:r>
              <a:rPr lang="en-US" dirty="0">
                <a:solidFill>
                  <a:srgbClr val="3078BA"/>
                </a:solidFill>
              </a:rPr>
              <a:t>          inches</a:t>
            </a:r>
          </a:p>
        </p:txBody>
      </p:sp>
      <p:cxnSp>
        <p:nvCxnSpPr>
          <p:cNvPr id="31" name="Elbow Connector 30"/>
          <p:cNvCxnSpPr/>
          <p:nvPr/>
        </p:nvCxnSpPr>
        <p:spPr>
          <a:xfrm rot="16200000" flipH="1">
            <a:off x="71294" y="1030417"/>
            <a:ext cx="595310" cy="85571"/>
          </a:xfrm>
          <a:prstGeom prst="bentConnector3">
            <a:avLst>
              <a:gd name="adj1" fmla="val -10000"/>
            </a:avLst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/>
          <p:nvPr/>
        </p:nvCxnSpPr>
        <p:spPr>
          <a:xfrm rot="5400000">
            <a:off x="530457" y="1038346"/>
            <a:ext cx="609597" cy="77799"/>
          </a:xfrm>
          <a:prstGeom prst="bentConnector3">
            <a:avLst>
              <a:gd name="adj1" fmla="val -7813"/>
            </a:avLst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Connector 1045"/>
          <p:cNvCxnSpPr/>
          <p:nvPr/>
        </p:nvCxnSpPr>
        <p:spPr>
          <a:xfrm>
            <a:off x="411735" y="1382044"/>
            <a:ext cx="384621" cy="0"/>
          </a:xfrm>
          <a:prstGeom prst="line">
            <a:avLst/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Rounded Rectangle 1047"/>
          <p:cNvSpPr/>
          <p:nvPr/>
        </p:nvSpPr>
        <p:spPr>
          <a:xfrm>
            <a:off x="443387" y="1056095"/>
            <a:ext cx="320874" cy="287605"/>
          </a:xfrm>
          <a:prstGeom prst="roundRect">
            <a:avLst>
              <a:gd name="adj" fmla="val 673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3931088" y="5910477"/>
            <a:ext cx="2209800" cy="1292662"/>
          </a:xfrm>
          <a:prstGeom prst="rect">
            <a:avLst/>
          </a:prstGeom>
          <a:solidFill>
            <a:schemeClr val="tx1">
              <a:alpha val="52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Wind</a:t>
            </a:r>
          </a:p>
          <a:p>
            <a:pPr algn="ctr"/>
            <a:r>
              <a:rPr lang="en-US" sz="5400" dirty="0">
                <a:solidFill>
                  <a:schemeClr val="bg1"/>
                </a:solidFill>
              </a:rPr>
              <a:t>     12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592663" y="2538465"/>
            <a:ext cx="4709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Fri, Nov 17</a:t>
            </a:r>
            <a:r>
              <a:rPr lang="en-US" sz="3200" baseline="30000" dirty="0">
                <a:solidFill>
                  <a:schemeClr val="bg1"/>
                </a:solidFill>
              </a:rPr>
              <a:t>th</a:t>
            </a:r>
            <a:r>
              <a:rPr lang="en-US" sz="3200" dirty="0">
                <a:solidFill>
                  <a:schemeClr val="bg1"/>
                </a:solidFill>
              </a:rPr>
              <a:t> 11:02am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35988" y="1994407"/>
            <a:ext cx="14686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Feels like 84° </a:t>
            </a:r>
          </a:p>
        </p:txBody>
      </p:sp>
      <p:sp>
        <p:nvSpPr>
          <p:cNvPr id="2" name="Rectangle 1"/>
          <p:cNvSpPr/>
          <p:nvPr/>
        </p:nvSpPr>
        <p:spPr>
          <a:xfrm>
            <a:off x="5011695" y="301192"/>
            <a:ext cx="1577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>
                    <a:lumMod val="75000"/>
                  </a:schemeClr>
                </a:solidFill>
              </a:rPr>
              <a:t>78° | </a:t>
            </a:r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52° 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19" y="4036920"/>
            <a:ext cx="11794437" cy="2530651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25158CC-A5A1-4A18-8F19-4F2A28FD8728}"/>
              </a:ext>
            </a:extLst>
          </p:cNvPr>
          <p:cNvSpPr/>
          <p:nvPr/>
        </p:nvSpPr>
        <p:spPr>
          <a:xfrm>
            <a:off x="129746" y="1600203"/>
            <a:ext cx="2026459" cy="1355169"/>
          </a:xfrm>
          <a:prstGeom prst="roundRect">
            <a:avLst>
              <a:gd name="adj" fmla="val 9247"/>
            </a:avLst>
          </a:prstGeom>
          <a:solidFill>
            <a:schemeClr val="tx1">
              <a:alpha val="52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Wind</a:t>
            </a:r>
          </a:p>
          <a:p>
            <a:pPr algn="ctr"/>
            <a:r>
              <a:rPr lang="en-US" sz="5400" dirty="0">
                <a:solidFill>
                  <a:schemeClr val="bg1"/>
                </a:solidFill>
              </a:rPr>
              <a:t>     12</a:t>
            </a:r>
          </a:p>
        </p:txBody>
      </p:sp>
      <p:sp>
        <p:nvSpPr>
          <p:cNvPr id="1053" name="Rectangle 1052"/>
          <p:cNvSpPr/>
          <p:nvPr/>
        </p:nvSpPr>
        <p:spPr>
          <a:xfrm>
            <a:off x="313555" y="2576471"/>
            <a:ext cx="6967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SSW</a:t>
            </a:r>
          </a:p>
        </p:txBody>
      </p:sp>
      <p:cxnSp>
        <p:nvCxnSpPr>
          <p:cNvPr id="1050" name="Straight Arrow Connector 1049"/>
          <p:cNvCxnSpPr/>
          <p:nvPr/>
        </p:nvCxnSpPr>
        <p:spPr>
          <a:xfrm flipH="1">
            <a:off x="545718" y="2287847"/>
            <a:ext cx="116212" cy="292002"/>
          </a:xfrm>
          <a:prstGeom prst="straightConnector1">
            <a:avLst/>
          </a:prstGeom>
          <a:ln w="10795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207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cloud blue sk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/>
          <p:cNvSpPr/>
          <p:nvPr/>
        </p:nvSpPr>
        <p:spPr>
          <a:xfrm>
            <a:off x="4452257" y="264892"/>
            <a:ext cx="2554514" cy="2445641"/>
          </a:xfrm>
          <a:prstGeom prst="ellips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" y="3400305"/>
            <a:ext cx="11907157" cy="31401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0870" y="564657"/>
            <a:ext cx="2732087" cy="2046714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pPr algn="ctr"/>
            <a:r>
              <a:rPr lang="en-US" sz="11500" dirty="0">
                <a:solidFill>
                  <a:srgbClr val="FF0000"/>
                </a:solidFill>
                <a:latin typeface="Calibri" panose="020F0502020204030204" pitchFamily="34" charset="0"/>
              </a:rPr>
              <a:t>31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742" y="116115"/>
            <a:ext cx="2200275" cy="1600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217" y="1750272"/>
            <a:ext cx="2209800" cy="15906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62442" y="687613"/>
            <a:ext cx="340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959680" y="1766620"/>
            <a:ext cx="13628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Humidity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959680" y="116115"/>
            <a:ext cx="12822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Pressure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1144038" y="128815"/>
            <a:ext cx="2209800" cy="1600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144039" y="128815"/>
            <a:ext cx="22098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Daily Rainfall</a:t>
            </a: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.84</a:t>
            </a:r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inches</a:t>
            </a:r>
          </a:p>
        </p:txBody>
      </p:sp>
      <p:cxnSp>
        <p:nvCxnSpPr>
          <p:cNvPr id="31" name="Elbow Connector 30"/>
          <p:cNvCxnSpPr/>
          <p:nvPr/>
        </p:nvCxnSpPr>
        <p:spPr>
          <a:xfrm rot="16200000" flipH="1">
            <a:off x="1110137" y="1166473"/>
            <a:ext cx="595310" cy="85571"/>
          </a:xfrm>
          <a:prstGeom prst="bentConnector3">
            <a:avLst>
              <a:gd name="adj1" fmla="val -10000"/>
            </a:avLst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/>
          <p:nvPr/>
        </p:nvCxnSpPr>
        <p:spPr>
          <a:xfrm rot="5400000">
            <a:off x="1569300" y="1174402"/>
            <a:ext cx="609597" cy="77799"/>
          </a:xfrm>
          <a:prstGeom prst="bentConnector3">
            <a:avLst>
              <a:gd name="adj1" fmla="val -7813"/>
            </a:avLst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Connector 1045"/>
          <p:cNvCxnSpPr/>
          <p:nvPr/>
        </p:nvCxnSpPr>
        <p:spPr>
          <a:xfrm>
            <a:off x="1450578" y="1441900"/>
            <a:ext cx="384621" cy="0"/>
          </a:xfrm>
          <a:prstGeom prst="line">
            <a:avLst/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Rounded Rectangle 1047"/>
          <p:cNvSpPr/>
          <p:nvPr/>
        </p:nvSpPr>
        <p:spPr>
          <a:xfrm>
            <a:off x="1482230" y="1192151"/>
            <a:ext cx="320874" cy="287605"/>
          </a:xfrm>
          <a:prstGeom prst="roundRect">
            <a:avLst>
              <a:gd name="adj" fmla="val 673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149229" y="1779320"/>
            <a:ext cx="2209800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Wind</a:t>
            </a: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  12</a:t>
            </a:r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     mph</a:t>
            </a:r>
          </a:p>
        </p:txBody>
      </p:sp>
      <p:cxnSp>
        <p:nvCxnSpPr>
          <p:cNvPr id="1050" name="Straight Arrow Connector 1049"/>
          <p:cNvCxnSpPr/>
          <p:nvPr/>
        </p:nvCxnSpPr>
        <p:spPr>
          <a:xfrm flipH="1">
            <a:off x="1550179" y="2608266"/>
            <a:ext cx="116212" cy="292002"/>
          </a:xfrm>
          <a:prstGeom prst="straightConnector1">
            <a:avLst/>
          </a:prstGeom>
          <a:ln w="10795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Rectangle 1052"/>
          <p:cNvSpPr/>
          <p:nvPr/>
        </p:nvSpPr>
        <p:spPr>
          <a:xfrm>
            <a:off x="1310823" y="2984315"/>
            <a:ext cx="6967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SSW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14511" y="2736909"/>
            <a:ext cx="44668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Wed, Oct 18</a:t>
            </a:r>
            <a:r>
              <a:rPr lang="en-US" sz="2800" baseline="30000" dirty="0">
                <a:solidFill>
                  <a:schemeClr val="bg1"/>
                </a:solidFill>
              </a:rPr>
              <a:t>th</a:t>
            </a:r>
            <a:r>
              <a:rPr lang="en-US" sz="2800" dirty="0">
                <a:solidFill>
                  <a:schemeClr val="bg1"/>
                </a:solidFill>
              </a:rPr>
              <a:t> 1:32pm</a:t>
            </a:r>
          </a:p>
        </p:txBody>
      </p:sp>
      <p:sp>
        <p:nvSpPr>
          <p:cNvPr id="2" name="Rectangle 1"/>
          <p:cNvSpPr/>
          <p:nvPr/>
        </p:nvSpPr>
        <p:spPr>
          <a:xfrm>
            <a:off x="5059078" y="418498"/>
            <a:ext cx="1577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78° | 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52° 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4895264" y="1885686"/>
            <a:ext cx="17795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Feels Like 75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66573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Image result for clouds sky p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67"/>
            <a:ext cx="12192000" cy="685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/>
          <p:cNvSpPr/>
          <p:nvPr/>
        </p:nvSpPr>
        <p:spPr>
          <a:xfrm>
            <a:off x="4426857" y="683992"/>
            <a:ext cx="2554514" cy="2445641"/>
          </a:xfrm>
          <a:prstGeom prst="ellipse">
            <a:avLst/>
          </a:prstGeom>
          <a:ln w="57150"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" y="3616205"/>
            <a:ext cx="11907157" cy="31401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38070" y="734808"/>
            <a:ext cx="2732087" cy="223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500" dirty="0">
                <a:solidFill>
                  <a:srgbClr val="FF0000"/>
                </a:solidFill>
                <a:latin typeface="Calibri" panose="020F0502020204030204" pitchFamily="34" charset="0"/>
              </a:rPr>
              <a:t>31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78° |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52°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742" y="205015"/>
            <a:ext cx="2200275" cy="1600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217" y="1915372"/>
            <a:ext cx="2209800" cy="15906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37042" y="1106713"/>
            <a:ext cx="340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959680" y="1931720"/>
            <a:ext cx="13628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Humidity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959680" y="205015"/>
            <a:ext cx="12822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Pressure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1144038" y="205015"/>
            <a:ext cx="2209800" cy="1600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144039" y="205015"/>
            <a:ext cx="22098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Daily Rainfall</a:t>
            </a: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.84</a:t>
            </a:r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inches</a:t>
            </a:r>
          </a:p>
        </p:txBody>
      </p:sp>
      <p:cxnSp>
        <p:nvCxnSpPr>
          <p:cNvPr id="31" name="Elbow Connector 30"/>
          <p:cNvCxnSpPr/>
          <p:nvPr/>
        </p:nvCxnSpPr>
        <p:spPr>
          <a:xfrm rot="16200000" flipH="1">
            <a:off x="1110137" y="1242673"/>
            <a:ext cx="595310" cy="85571"/>
          </a:xfrm>
          <a:prstGeom prst="bentConnector3">
            <a:avLst>
              <a:gd name="adj1" fmla="val -10000"/>
            </a:avLst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/>
          <p:nvPr/>
        </p:nvCxnSpPr>
        <p:spPr>
          <a:xfrm rot="5400000">
            <a:off x="1569300" y="1250602"/>
            <a:ext cx="609597" cy="77799"/>
          </a:xfrm>
          <a:prstGeom prst="bentConnector3">
            <a:avLst>
              <a:gd name="adj1" fmla="val -7813"/>
            </a:avLst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Connector 1045"/>
          <p:cNvCxnSpPr/>
          <p:nvPr/>
        </p:nvCxnSpPr>
        <p:spPr>
          <a:xfrm>
            <a:off x="1450578" y="1594300"/>
            <a:ext cx="384621" cy="0"/>
          </a:xfrm>
          <a:prstGeom prst="line">
            <a:avLst/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Rounded Rectangle 1047"/>
          <p:cNvSpPr/>
          <p:nvPr/>
        </p:nvSpPr>
        <p:spPr>
          <a:xfrm>
            <a:off x="1482230" y="1268351"/>
            <a:ext cx="320874" cy="287605"/>
          </a:xfrm>
          <a:prstGeom prst="roundRect">
            <a:avLst>
              <a:gd name="adj" fmla="val 673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149229" y="1931720"/>
            <a:ext cx="2209800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Wind</a:t>
            </a: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  12</a:t>
            </a:r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     mph</a:t>
            </a:r>
          </a:p>
        </p:txBody>
      </p:sp>
      <p:cxnSp>
        <p:nvCxnSpPr>
          <p:cNvPr id="1050" name="Straight Arrow Connector 1049"/>
          <p:cNvCxnSpPr/>
          <p:nvPr/>
        </p:nvCxnSpPr>
        <p:spPr>
          <a:xfrm flipH="1" flipV="1">
            <a:off x="1664494" y="2500313"/>
            <a:ext cx="1898" cy="260353"/>
          </a:xfrm>
          <a:prstGeom prst="straightConnector1">
            <a:avLst/>
          </a:prstGeom>
          <a:ln w="10795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Rectangle 1052"/>
          <p:cNvSpPr/>
          <p:nvPr/>
        </p:nvSpPr>
        <p:spPr>
          <a:xfrm>
            <a:off x="1310823" y="3136715"/>
            <a:ext cx="6967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SSW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4115" y="-14408"/>
            <a:ext cx="36199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Winterset, IA</a:t>
            </a:r>
          </a:p>
        </p:txBody>
      </p:sp>
    </p:spTree>
    <p:extLst>
      <p:ext uri="{BB962C8B-B14F-4D97-AF65-F5344CB8AC3E}">
        <p14:creationId xmlns:p14="http://schemas.microsoft.com/office/powerpoint/2010/main" val="3395683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clouds with raindro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/>
          <p:cNvSpPr/>
          <p:nvPr/>
        </p:nvSpPr>
        <p:spPr>
          <a:xfrm>
            <a:off x="4426857" y="683992"/>
            <a:ext cx="2554514" cy="2445641"/>
          </a:xfrm>
          <a:prstGeom prst="ellipse">
            <a:avLst/>
          </a:prstGeom>
          <a:ln w="57150"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" y="3616205"/>
            <a:ext cx="11907157" cy="31401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38070" y="734808"/>
            <a:ext cx="2732087" cy="223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500" dirty="0">
                <a:solidFill>
                  <a:srgbClr val="FF0000"/>
                </a:solidFill>
                <a:latin typeface="Calibri" panose="020F0502020204030204" pitchFamily="34" charset="0"/>
              </a:rPr>
              <a:t>31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78° |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52°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742" y="205015"/>
            <a:ext cx="2200275" cy="1600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217" y="1915372"/>
            <a:ext cx="2209800" cy="15906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37042" y="1106713"/>
            <a:ext cx="340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959680" y="1931720"/>
            <a:ext cx="13628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Humidity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959680" y="205015"/>
            <a:ext cx="12822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Pressure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1144038" y="205015"/>
            <a:ext cx="2209800" cy="1600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144039" y="205015"/>
            <a:ext cx="22098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Daily Rainfall</a:t>
            </a: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.84</a:t>
            </a:r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inches</a:t>
            </a:r>
          </a:p>
        </p:txBody>
      </p:sp>
      <p:cxnSp>
        <p:nvCxnSpPr>
          <p:cNvPr id="31" name="Elbow Connector 30"/>
          <p:cNvCxnSpPr/>
          <p:nvPr/>
        </p:nvCxnSpPr>
        <p:spPr>
          <a:xfrm rot="16200000" flipH="1">
            <a:off x="1110137" y="1242673"/>
            <a:ext cx="595310" cy="85571"/>
          </a:xfrm>
          <a:prstGeom prst="bentConnector3">
            <a:avLst>
              <a:gd name="adj1" fmla="val -10000"/>
            </a:avLst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/>
          <p:nvPr/>
        </p:nvCxnSpPr>
        <p:spPr>
          <a:xfrm rot="5400000">
            <a:off x="1569300" y="1250602"/>
            <a:ext cx="609597" cy="77799"/>
          </a:xfrm>
          <a:prstGeom prst="bentConnector3">
            <a:avLst>
              <a:gd name="adj1" fmla="val -7813"/>
            </a:avLst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Connector 1045"/>
          <p:cNvCxnSpPr/>
          <p:nvPr/>
        </p:nvCxnSpPr>
        <p:spPr>
          <a:xfrm>
            <a:off x="1450578" y="1594300"/>
            <a:ext cx="384621" cy="0"/>
          </a:xfrm>
          <a:prstGeom prst="line">
            <a:avLst/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Rounded Rectangle 1047"/>
          <p:cNvSpPr/>
          <p:nvPr/>
        </p:nvSpPr>
        <p:spPr>
          <a:xfrm>
            <a:off x="1482230" y="1268351"/>
            <a:ext cx="320874" cy="287605"/>
          </a:xfrm>
          <a:prstGeom prst="roundRect">
            <a:avLst>
              <a:gd name="adj" fmla="val 673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149229" y="1931720"/>
            <a:ext cx="2209800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Wind</a:t>
            </a: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  12</a:t>
            </a:r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     mph</a:t>
            </a:r>
          </a:p>
        </p:txBody>
      </p:sp>
      <p:cxnSp>
        <p:nvCxnSpPr>
          <p:cNvPr id="1050" name="Straight Arrow Connector 1049"/>
          <p:cNvCxnSpPr/>
          <p:nvPr/>
        </p:nvCxnSpPr>
        <p:spPr>
          <a:xfrm flipH="1">
            <a:off x="1550179" y="2760666"/>
            <a:ext cx="116212" cy="292002"/>
          </a:xfrm>
          <a:prstGeom prst="straightConnector1">
            <a:avLst/>
          </a:prstGeom>
          <a:ln w="10795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Rectangle 1052"/>
          <p:cNvSpPr/>
          <p:nvPr/>
        </p:nvSpPr>
        <p:spPr>
          <a:xfrm>
            <a:off x="1310823" y="3136715"/>
            <a:ext cx="6967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SSW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4115" y="-14408"/>
            <a:ext cx="36199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Winterset, IA</a:t>
            </a:r>
          </a:p>
        </p:txBody>
      </p:sp>
    </p:spTree>
    <p:extLst>
      <p:ext uri="{BB962C8B-B14F-4D97-AF65-F5344CB8AC3E}">
        <p14:creationId xmlns:p14="http://schemas.microsoft.com/office/powerpoint/2010/main" val="1657374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3" y="-14408"/>
            <a:ext cx="12155905" cy="6872408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4426857" y="683992"/>
            <a:ext cx="2554514" cy="2445641"/>
          </a:xfrm>
          <a:prstGeom prst="ellipse">
            <a:avLst/>
          </a:prstGeom>
          <a:ln w="57150"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" y="3616205"/>
            <a:ext cx="11907157" cy="31401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38070" y="734808"/>
            <a:ext cx="2732087" cy="223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500" dirty="0">
                <a:solidFill>
                  <a:srgbClr val="FF0000"/>
                </a:solidFill>
                <a:latin typeface="Calibri" panose="020F0502020204030204" pitchFamily="34" charset="0"/>
              </a:rPr>
              <a:t>31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78° |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52°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742" y="205015"/>
            <a:ext cx="2200275" cy="1600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217" y="1915372"/>
            <a:ext cx="2209800" cy="15906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37042" y="1106713"/>
            <a:ext cx="340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959680" y="1931720"/>
            <a:ext cx="13628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Humidity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959680" y="205015"/>
            <a:ext cx="12822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Pressure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1144038" y="205015"/>
            <a:ext cx="2209800" cy="1600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144039" y="205015"/>
            <a:ext cx="22098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Daily Rainfall</a:t>
            </a: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.84</a:t>
            </a:r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inches</a:t>
            </a:r>
          </a:p>
        </p:txBody>
      </p:sp>
      <p:cxnSp>
        <p:nvCxnSpPr>
          <p:cNvPr id="31" name="Elbow Connector 30"/>
          <p:cNvCxnSpPr/>
          <p:nvPr/>
        </p:nvCxnSpPr>
        <p:spPr>
          <a:xfrm rot="16200000" flipH="1">
            <a:off x="1110137" y="1242673"/>
            <a:ext cx="595310" cy="85571"/>
          </a:xfrm>
          <a:prstGeom prst="bentConnector3">
            <a:avLst>
              <a:gd name="adj1" fmla="val -10000"/>
            </a:avLst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/>
          <p:nvPr/>
        </p:nvCxnSpPr>
        <p:spPr>
          <a:xfrm rot="5400000">
            <a:off x="1569300" y="1250602"/>
            <a:ext cx="609597" cy="77799"/>
          </a:xfrm>
          <a:prstGeom prst="bentConnector3">
            <a:avLst>
              <a:gd name="adj1" fmla="val -7813"/>
            </a:avLst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Connector 1045"/>
          <p:cNvCxnSpPr/>
          <p:nvPr/>
        </p:nvCxnSpPr>
        <p:spPr>
          <a:xfrm>
            <a:off x="1450578" y="1594300"/>
            <a:ext cx="384621" cy="0"/>
          </a:xfrm>
          <a:prstGeom prst="line">
            <a:avLst/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Rounded Rectangle 1047"/>
          <p:cNvSpPr/>
          <p:nvPr/>
        </p:nvSpPr>
        <p:spPr>
          <a:xfrm>
            <a:off x="1482230" y="1268351"/>
            <a:ext cx="320874" cy="287605"/>
          </a:xfrm>
          <a:prstGeom prst="roundRect">
            <a:avLst>
              <a:gd name="adj" fmla="val 673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149229" y="1931720"/>
            <a:ext cx="2209800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Wind</a:t>
            </a: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  12</a:t>
            </a:r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     mph</a:t>
            </a:r>
          </a:p>
        </p:txBody>
      </p:sp>
      <p:cxnSp>
        <p:nvCxnSpPr>
          <p:cNvPr id="1050" name="Straight Arrow Connector 1049"/>
          <p:cNvCxnSpPr/>
          <p:nvPr/>
        </p:nvCxnSpPr>
        <p:spPr>
          <a:xfrm flipH="1">
            <a:off x="1550179" y="2760666"/>
            <a:ext cx="116212" cy="292002"/>
          </a:xfrm>
          <a:prstGeom prst="straightConnector1">
            <a:avLst/>
          </a:prstGeom>
          <a:ln w="10795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Rectangle 1052"/>
          <p:cNvSpPr/>
          <p:nvPr/>
        </p:nvSpPr>
        <p:spPr>
          <a:xfrm>
            <a:off x="1310823" y="3136715"/>
            <a:ext cx="6967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SSW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4115" y="-14408"/>
            <a:ext cx="36199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Winterset, IA</a:t>
            </a:r>
          </a:p>
        </p:txBody>
      </p:sp>
    </p:spTree>
    <p:extLst>
      <p:ext uri="{BB962C8B-B14F-4D97-AF65-F5344CB8AC3E}">
        <p14:creationId xmlns:p14="http://schemas.microsoft.com/office/powerpoint/2010/main" val="3205207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Image result for rain night clouds rain dro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" y="-14408"/>
            <a:ext cx="12198524" cy="68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/>
          <p:cNvSpPr/>
          <p:nvPr/>
        </p:nvSpPr>
        <p:spPr>
          <a:xfrm>
            <a:off x="4426857" y="683992"/>
            <a:ext cx="2554514" cy="2445641"/>
          </a:xfrm>
          <a:prstGeom prst="ellipse">
            <a:avLst/>
          </a:prstGeom>
          <a:ln w="57150"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" y="3616205"/>
            <a:ext cx="11907157" cy="31401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38070" y="734808"/>
            <a:ext cx="2732087" cy="223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500" dirty="0">
                <a:solidFill>
                  <a:srgbClr val="FF0000"/>
                </a:solidFill>
                <a:latin typeface="Calibri" panose="020F0502020204030204" pitchFamily="34" charset="0"/>
              </a:rPr>
              <a:t>31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78° |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52°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37042" y="1106713"/>
            <a:ext cx="340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44038" y="205015"/>
            <a:ext cx="2209800" cy="1600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144039" y="205015"/>
            <a:ext cx="22098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Daily Rainfall</a:t>
            </a: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.84</a:t>
            </a:r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inches</a:t>
            </a:r>
          </a:p>
        </p:txBody>
      </p:sp>
      <p:cxnSp>
        <p:nvCxnSpPr>
          <p:cNvPr id="31" name="Elbow Connector 30"/>
          <p:cNvCxnSpPr/>
          <p:nvPr/>
        </p:nvCxnSpPr>
        <p:spPr>
          <a:xfrm rot="16200000" flipH="1">
            <a:off x="1110137" y="1242673"/>
            <a:ext cx="595310" cy="85571"/>
          </a:xfrm>
          <a:prstGeom prst="bentConnector3">
            <a:avLst>
              <a:gd name="adj1" fmla="val -10000"/>
            </a:avLst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/>
          <p:nvPr/>
        </p:nvCxnSpPr>
        <p:spPr>
          <a:xfrm rot="5400000">
            <a:off x="1569300" y="1250602"/>
            <a:ext cx="609597" cy="77799"/>
          </a:xfrm>
          <a:prstGeom prst="bentConnector3">
            <a:avLst>
              <a:gd name="adj1" fmla="val -7813"/>
            </a:avLst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Connector 1045"/>
          <p:cNvCxnSpPr/>
          <p:nvPr/>
        </p:nvCxnSpPr>
        <p:spPr>
          <a:xfrm>
            <a:off x="1450578" y="1594300"/>
            <a:ext cx="384621" cy="0"/>
          </a:xfrm>
          <a:prstGeom prst="line">
            <a:avLst/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Rounded Rectangle 1047"/>
          <p:cNvSpPr/>
          <p:nvPr/>
        </p:nvSpPr>
        <p:spPr>
          <a:xfrm>
            <a:off x="1482230" y="1268351"/>
            <a:ext cx="320874" cy="287605"/>
          </a:xfrm>
          <a:prstGeom prst="roundRect">
            <a:avLst>
              <a:gd name="adj" fmla="val 673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149229" y="1931720"/>
            <a:ext cx="2209800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Wind</a:t>
            </a: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  12</a:t>
            </a:r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     mph</a:t>
            </a:r>
          </a:p>
        </p:txBody>
      </p:sp>
      <p:cxnSp>
        <p:nvCxnSpPr>
          <p:cNvPr id="1050" name="Straight Arrow Connector 1049"/>
          <p:cNvCxnSpPr/>
          <p:nvPr/>
        </p:nvCxnSpPr>
        <p:spPr>
          <a:xfrm flipH="1">
            <a:off x="1550179" y="2760666"/>
            <a:ext cx="116212" cy="292002"/>
          </a:xfrm>
          <a:prstGeom prst="straightConnector1">
            <a:avLst/>
          </a:prstGeom>
          <a:ln w="10795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Rectangle 1052"/>
          <p:cNvSpPr/>
          <p:nvPr/>
        </p:nvSpPr>
        <p:spPr>
          <a:xfrm>
            <a:off x="1310823" y="3136715"/>
            <a:ext cx="6967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SSW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4115" y="-14408"/>
            <a:ext cx="36199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Winterset, 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94840" y="1926385"/>
            <a:ext cx="2212534" cy="16057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8394838" y="1847477"/>
            <a:ext cx="2209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Astronomic</a:t>
            </a:r>
            <a:endParaRPr lang="en-US" sz="2400" dirty="0"/>
          </a:p>
        </p:txBody>
      </p:sp>
      <p:grpSp>
        <p:nvGrpSpPr>
          <p:cNvPr id="23" name="Group 22"/>
          <p:cNvGrpSpPr/>
          <p:nvPr/>
        </p:nvGrpSpPr>
        <p:grpSpPr>
          <a:xfrm>
            <a:off x="9710823" y="2358786"/>
            <a:ext cx="742511" cy="567922"/>
            <a:chOff x="8843034" y="892881"/>
            <a:chExt cx="742511" cy="567922"/>
          </a:xfrm>
        </p:grpSpPr>
        <p:grpSp>
          <p:nvGrpSpPr>
            <p:cNvPr id="24" name="Group 23"/>
            <p:cNvGrpSpPr/>
            <p:nvPr/>
          </p:nvGrpSpPr>
          <p:grpSpPr>
            <a:xfrm>
              <a:off x="8921438" y="892881"/>
              <a:ext cx="573232" cy="405399"/>
              <a:chOff x="7318120" y="2359849"/>
              <a:chExt cx="573232" cy="405399"/>
            </a:xfrm>
          </p:grpSpPr>
          <p:grpSp>
            <p:nvGrpSpPr>
              <p:cNvPr id="26" name="Group 25"/>
              <p:cNvGrpSpPr/>
              <p:nvPr/>
            </p:nvGrpSpPr>
            <p:grpSpPr>
              <a:xfrm rot="2863303">
                <a:off x="7409014" y="2347075"/>
                <a:ext cx="405399" cy="430947"/>
                <a:chOff x="7427257" y="1823593"/>
                <a:chExt cx="405399" cy="430947"/>
              </a:xfrm>
            </p:grpSpPr>
            <p:sp>
              <p:nvSpPr>
                <p:cNvPr id="29" name="Arc 28"/>
                <p:cNvSpPr/>
                <p:nvPr/>
              </p:nvSpPr>
              <p:spPr>
                <a:xfrm rot="11518997">
                  <a:off x="7522941" y="1936862"/>
                  <a:ext cx="309715" cy="297838"/>
                </a:xfrm>
                <a:prstGeom prst="arc">
                  <a:avLst>
                    <a:gd name="adj1" fmla="val 18243133"/>
                    <a:gd name="adj2" fmla="val 7176217"/>
                  </a:avLst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0" name="Straight Connector 29"/>
                <p:cNvCxnSpPr/>
                <p:nvPr/>
              </p:nvCxnSpPr>
              <p:spPr>
                <a:xfrm rot="18736697" flipH="1" flipV="1">
                  <a:off x="7460794" y="2218334"/>
                  <a:ext cx="59538" cy="12874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/>
              </p:nvCxnSpPr>
              <p:spPr>
                <a:xfrm rot="18736697" flipH="1" flipV="1">
                  <a:off x="7420052" y="2098057"/>
                  <a:ext cx="46074" cy="31664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rot="18736697" flipH="1" flipV="1">
                  <a:off x="7461311" y="1953239"/>
                  <a:ext cx="16196" cy="56338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rot="18736697" flipH="1">
                  <a:off x="7773840" y="1891996"/>
                  <a:ext cx="59162" cy="6946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/>
                <p:cNvCxnSpPr/>
                <p:nvPr/>
              </p:nvCxnSpPr>
              <p:spPr>
                <a:xfrm rot="18736697" flipH="1">
                  <a:off x="7659274" y="1833171"/>
                  <a:ext cx="56507" cy="37351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 rot="18736697" flipH="1">
                  <a:off x="7562785" y="1846172"/>
                  <a:ext cx="28340" cy="58756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Straight Arrow Connector 26"/>
              <p:cNvCxnSpPr/>
              <p:nvPr/>
            </p:nvCxnSpPr>
            <p:spPr>
              <a:xfrm flipH="1" flipV="1">
                <a:off x="7609336" y="2505651"/>
                <a:ext cx="1636" cy="125979"/>
              </a:xfrm>
              <a:prstGeom prst="straightConnector1">
                <a:avLst/>
              </a:prstGeom>
              <a:ln w="19050">
                <a:solidFill>
                  <a:schemeClr val="bg1">
                    <a:lumMod val="85000"/>
                  </a:schemeClr>
                </a:solidFill>
                <a:headEnd w="lg" len="med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flipH="1" flipV="1">
                <a:off x="7318120" y="2670969"/>
                <a:ext cx="573232" cy="2333"/>
              </a:xfrm>
              <a:prstGeom prst="line">
                <a:avLst/>
              </a:prstGeom>
              <a:ln w="38100" cap="rnd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Rectangle 24"/>
            <p:cNvSpPr/>
            <p:nvPr/>
          </p:nvSpPr>
          <p:spPr>
            <a:xfrm>
              <a:off x="8843034" y="1153026"/>
              <a:ext cx="74251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>
                      <a:lumMod val="75000"/>
                    </a:schemeClr>
                  </a:solidFill>
                </a:rPr>
                <a:t>6:23am</a:t>
              </a:r>
              <a:endParaRPr lang="en-US" sz="1400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9704344" y="2941766"/>
            <a:ext cx="748990" cy="562080"/>
            <a:chOff x="8836555" y="892881"/>
            <a:chExt cx="748990" cy="562080"/>
          </a:xfrm>
        </p:grpSpPr>
        <p:grpSp>
          <p:nvGrpSpPr>
            <p:cNvPr id="39" name="Group 38"/>
            <p:cNvGrpSpPr/>
            <p:nvPr/>
          </p:nvGrpSpPr>
          <p:grpSpPr>
            <a:xfrm>
              <a:off x="8921438" y="892881"/>
              <a:ext cx="573232" cy="405399"/>
              <a:chOff x="7318120" y="2359849"/>
              <a:chExt cx="573232" cy="405399"/>
            </a:xfrm>
          </p:grpSpPr>
          <p:grpSp>
            <p:nvGrpSpPr>
              <p:cNvPr id="41" name="Group 40"/>
              <p:cNvGrpSpPr/>
              <p:nvPr/>
            </p:nvGrpSpPr>
            <p:grpSpPr>
              <a:xfrm rot="2863303">
                <a:off x="7409014" y="2347075"/>
                <a:ext cx="405399" cy="430947"/>
                <a:chOff x="7427257" y="1823593"/>
                <a:chExt cx="405399" cy="430947"/>
              </a:xfrm>
            </p:grpSpPr>
            <p:sp>
              <p:nvSpPr>
                <p:cNvPr id="44" name="Arc 43"/>
                <p:cNvSpPr/>
                <p:nvPr/>
              </p:nvSpPr>
              <p:spPr>
                <a:xfrm rot="11518997">
                  <a:off x="7522941" y="1936862"/>
                  <a:ext cx="309715" cy="297838"/>
                </a:xfrm>
                <a:prstGeom prst="arc">
                  <a:avLst>
                    <a:gd name="adj1" fmla="val 18243133"/>
                    <a:gd name="adj2" fmla="val 7176217"/>
                  </a:avLst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5" name="Straight Connector 44"/>
                <p:cNvCxnSpPr/>
                <p:nvPr/>
              </p:nvCxnSpPr>
              <p:spPr>
                <a:xfrm rot="18736697" flipH="1" flipV="1">
                  <a:off x="7460794" y="2218334"/>
                  <a:ext cx="59538" cy="12874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rot="18736697" flipH="1" flipV="1">
                  <a:off x="7420052" y="2098057"/>
                  <a:ext cx="46074" cy="31664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 rot="18736697" flipH="1" flipV="1">
                  <a:off x="7461311" y="1953239"/>
                  <a:ext cx="16196" cy="56338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 rot="18736697" flipH="1">
                  <a:off x="7773840" y="1891996"/>
                  <a:ext cx="59162" cy="6946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>
                <a:xfrm rot="18736697" flipH="1">
                  <a:off x="7659274" y="1833171"/>
                  <a:ext cx="56507" cy="37351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>
                <a:xfrm rot="18736697" flipH="1">
                  <a:off x="7562785" y="1846172"/>
                  <a:ext cx="28340" cy="58756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Straight Arrow Connector 41"/>
              <p:cNvCxnSpPr/>
              <p:nvPr/>
            </p:nvCxnSpPr>
            <p:spPr>
              <a:xfrm>
                <a:off x="7607580" y="2514904"/>
                <a:ext cx="221" cy="128804"/>
              </a:xfrm>
              <a:prstGeom prst="straightConnector1">
                <a:avLst/>
              </a:prstGeom>
              <a:ln w="19050">
                <a:solidFill>
                  <a:schemeClr val="bg1">
                    <a:lumMod val="85000"/>
                  </a:schemeClr>
                </a:solidFill>
                <a:headEnd w="lg" len="med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flipH="1" flipV="1">
                <a:off x="7318120" y="2670969"/>
                <a:ext cx="573232" cy="2333"/>
              </a:xfrm>
              <a:prstGeom prst="line">
                <a:avLst/>
              </a:prstGeom>
              <a:ln w="38100" cap="rnd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Rectangle 39"/>
            <p:cNvSpPr/>
            <p:nvPr/>
          </p:nvSpPr>
          <p:spPr>
            <a:xfrm>
              <a:off x="8836555" y="1147184"/>
              <a:ext cx="74899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>
                      <a:lumMod val="75000"/>
                    </a:schemeClr>
                  </a:solidFill>
                </a:rPr>
                <a:t>8:35pm</a:t>
              </a:r>
              <a:endParaRPr lang="en-US" sz="1400" dirty="0"/>
            </a:p>
          </p:txBody>
        </p:sp>
      </p:grpSp>
      <p:pic>
        <p:nvPicPr>
          <p:cNvPr id="51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4330" y="2445889"/>
            <a:ext cx="571437" cy="58286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8465324" y="2999030"/>
            <a:ext cx="11703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>
                    <a:lumMod val="75000"/>
                  </a:schemeClr>
                </a:solidFill>
              </a:rPr>
              <a:t>First </a:t>
            </a:r>
          </a:p>
          <a:p>
            <a:pPr algn="ctr"/>
            <a:r>
              <a:rPr lang="en-US" sz="1400" b="1" dirty="0">
                <a:solidFill>
                  <a:schemeClr val="bg1">
                    <a:lumMod val="75000"/>
                  </a:schemeClr>
                </a:solidFill>
              </a:rPr>
              <a:t>Quarter</a:t>
            </a:r>
            <a:endParaRPr lang="en-US" sz="1400" dirty="0"/>
          </a:p>
        </p:txBody>
      </p:sp>
      <p:sp>
        <p:nvSpPr>
          <p:cNvPr id="63" name="Rectangle 62"/>
          <p:cNvSpPr/>
          <p:nvPr/>
        </p:nvSpPr>
        <p:spPr>
          <a:xfrm>
            <a:off x="8394838" y="234602"/>
            <a:ext cx="2209800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Humidity</a:t>
            </a: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  </a:t>
            </a:r>
            <a:r>
              <a:rPr lang="en-US" sz="5400" dirty="0">
                <a:solidFill>
                  <a:srgbClr val="00B050"/>
                </a:solidFill>
              </a:rPr>
              <a:t>43</a:t>
            </a:r>
            <a:r>
              <a:rPr lang="en-US" sz="3200" dirty="0">
                <a:solidFill>
                  <a:srgbClr val="00B050"/>
                </a:solidFill>
              </a:rPr>
              <a:t>%</a:t>
            </a:r>
          </a:p>
          <a:p>
            <a:pPr algn="ctr"/>
            <a:r>
              <a:rPr lang="en-US" sz="800" dirty="0">
                <a:solidFill>
                  <a:srgbClr val="FFFF00"/>
                </a:solidFill>
              </a:rPr>
              <a:t> 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8650222" y="1070858"/>
            <a:ext cx="494971" cy="516627"/>
          </a:xfrm>
          <a:prstGeom prst="ellipse">
            <a:avLst/>
          </a:prstGeom>
          <a:solidFill>
            <a:schemeClr val="tx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Isosceles Triangle 64"/>
          <p:cNvSpPr/>
          <p:nvPr/>
        </p:nvSpPr>
        <p:spPr>
          <a:xfrm>
            <a:off x="8679342" y="787870"/>
            <a:ext cx="436636" cy="424558"/>
          </a:xfrm>
          <a:prstGeom prst="triangle">
            <a:avLst>
              <a:gd name="adj" fmla="val 51457"/>
            </a:avLst>
          </a:prstGeom>
          <a:solidFill>
            <a:schemeClr val="tx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rapezoid 65"/>
          <p:cNvSpPr/>
          <p:nvPr/>
        </p:nvSpPr>
        <p:spPr>
          <a:xfrm>
            <a:off x="8686040" y="1183202"/>
            <a:ext cx="419930" cy="67237"/>
          </a:xfrm>
          <a:prstGeom prst="trapezoid">
            <a:avLst>
              <a:gd name="adj" fmla="val 50352"/>
            </a:avLst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/>
          <p:cNvCxnSpPr/>
          <p:nvPr/>
        </p:nvCxnSpPr>
        <p:spPr>
          <a:xfrm flipV="1">
            <a:off x="8691503" y="944745"/>
            <a:ext cx="153248" cy="289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 flipV="1">
            <a:off x="8950746" y="936494"/>
            <a:ext cx="151689" cy="2972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hord 68"/>
          <p:cNvSpPr/>
          <p:nvPr/>
        </p:nvSpPr>
        <p:spPr>
          <a:xfrm rot="17590864">
            <a:off x="8654626" y="1075291"/>
            <a:ext cx="496944" cy="501183"/>
          </a:xfrm>
          <a:prstGeom prst="chord">
            <a:avLst>
              <a:gd name="adj1" fmla="val 1413806"/>
              <a:gd name="adj2" fmla="val 173607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12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497168" y="688722"/>
            <a:ext cx="3894830" cy="1600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ounded Rectangle 1047"/>
          <p:cNvSpPr/>
          <p:nvPr/>
        </p:nvSpPr>
        <p:spPr>
          <a:xfrm>
            <a:off x="625027" y="1379088"/>
            <a:ext cx="387148" cy="791438"/>
          </a:xfrm>
          <a:prstGeom prst="roundRect">
            <a:avLst>
              <a:gd name="adj" fmla="val 21385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426857" y="683992"/>
            <a:ext cx="2554514" cy="2445641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" y="3616205"/>
            <a:ext cx="11907157" cy="31401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38070" y="734808"/>
            <a:ext cx="2732087" cy="223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500" dirty="0">
                <a:solidFill>
                  <a:srgbClr val="FF0000"/>
                </a:solidFill>
                <a:latin typeface="Calibri" panose="020F0502020204030204" pitchFamily="34" charset="0"/>
              </a:rPr>
              <a:t>31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78° |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52°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37042" y="1106713"/>
            <a:ext cx="340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44039" y="205015"/>
            <a:ext cx="22098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Daily Rainfall</a:t>
            </a: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.84</a:t>
            </a:r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inches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9229" y="1931720"/>
            <a:ext cx="2209800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Wind</a:t>
            </a: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  12</a:t>
            </a:r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     mph</a:t>
            </a:r>
          </a:p>
        </p:txBody>
      </p:sp>
      <p:cxnSp>
        <p:nvCxnSpPr>
          <p:cNvPr id="1050" name="Straight Arrow Connector 1049"/>
          <p:cNvCxnSpPr/>
          <p:nvPr/>
        </p:nvCxnSpPr>
        <p:spPr>
          <a:xfrm flipH="1">
            <a:off x="1550179" y="2760666"/>
            <a:ext cx="116212" cy="292002"/>
          </a:xfrm>
          <a:prstGeom prst="straightConnector1">
            <a:avLst/>
          </a:prstGeom>
          <a:ln w="10795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Rectangle 1052"/>
          <p:cNvSpPr/>
          <p:nvPr/>
        </p:nvSpPr>
        <p:spPr>
          <a:xfrm>
            <a:off x="1310823" y="3136715"/>
            <a:ext cx="6967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SSW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4115" y="-14408"/>
            <a:ext cx="36199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Winterset, IA</a:t>
            </a:r>
          </a:p>
        </p:txBody>
      </p:sp>
      <p:sp>
        <p:nvSpPr>
          <p:cNvPr id="3" name="Rectangle 2"/>
          <p:cNvSpPr/>
          <p:nvPr/>
        </p:nvSpPr>
        <p:spPr>
          <a:xfrm>
            <a:off x="8493151" y="283923"/>
            <a:ext cx="2212534" cy="16057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493149" y="205015"/>
            <a:ext cx="2209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Astronomic</a:t>
            </a:r>
            <a:endParaRPr lang="en-US" sz="2400" dirty="0"/>
          </a:p>
        </p:txBody>
      </p:sp>
      <p:sp>
        <p:nvSpPr>
          <p:cNvPr id="22" name="Rectangle 21"/>
          <p:cNvSpPr/>
          <p:nvPr/>
        </p:nvSpPr>
        <p:spPr>
          <a:xfrm>
            <a:off x="5396449" y="2377845"/>
            <a:ext cx="2209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   </a:t>
            </a:r>
            <a:r>
              <a:rPr lang="en-US" sz="5400" dirty="0">
                <a:solidFill>
                  <a:srgbClr val="00B050"/>
                </a:solidFill>
              </a:rPr>
              <a:t>30</a:t>
            </a:r>
            <a:r>
              <a:rPr lang="en-US" sz="3200" dirty="0">
                <a:solidFill>
                  <a:srgbClr val="00B050"/>
                </a:solidFill>
              </a:rPr>
              <a:t>.5</a:t>
            </a:r>
            <a:endParaRPr lang="en-US" sz="3200" b="1" dirty="0">
              <a:solidFill>
                <a:srgbClr val="00B050"/>
              </a:solidFill>
            </a:endParaRPr>
          </a:p>
          <a:p>
            <a:pPr algn="ctr"/>
            <a:r>
              <a:rPr lang="en-US" dirty="0">
                <a:solidFill>
                  <a:srgbClr val="00B050"/>
                </a:solidFill>
              </a:rPr>
              <a:t>                  inches</a:t>
            </a:r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6543800" y="1396459"/>
            <a:ext cx="0" cy="385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8493151" y="1975836"/>
            <a:ext cx="2209800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Humidity</a:t>
            </a: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  </a:t>
            </a:r>
            <a:r>
              <a:rPr lang="en-US" sz="5400" dirty="0">
                <a:solidFill>
                  <a:srgbClr val="00B050"/>
                </a:solidFill>
              </a:rPr>
              <a:t>43</a:t>
            </a:r>
            <a:r>
              <a:rPr lang="en-US" sz="3200" dirty="0">
                <a:solidFill>
                  <a:srgbClr val="00B050"/>
                </a:solidFill>
              </a:rPr>
              <a:t>%</a:t>
            </a:r>
          </a:p>
          <a:p>
            <a:pPr algn="ctr"/>
            <a:r>
              <a:rPr lang="en-US" sz="800" dirty="0">
                <a:solidFill>
                  <a:srgbClr val="FFFF00"/>
                </a:solidFill>
              </a:rPr>
              <a:t> 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8748535" y="2812092"/>
            <a:ext cx="494971" cy="516627"/>
          </a:xfrm>
          <a:prstGeom prst="ellipse">
            <a:avLst/>
          </a:prstGeom>
          <a:solidFill>
            <a:schemeClr val="tx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Isosceles Triangle 50"/>
          <p:cNvSpPr/>
          <p:nvPr/>
        </p:nvSpPr>
        <p:spPr>
          <a:xfrm>
            <a:off x="8777655" y="2529104"/>
            <a:ext cx="436636" cy="424558"/>
          </a:xfrm>
          <a:prstGeom prst="triangle">
            <a:avLst>
              <a:gd name="adj" fmla="val 51457"/>
            </a:avLst>
          </a:prstGeom>
          <a:solidFill>
            <a:schemeClr val="tx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rapezoid 17"/>
          <p:cNvSpPr/>
          <p:nvPr/>
        </p:nvSpPr>
        <p:spPr>
          <a:xfrm>
            <a:off x="8784353" y="2924436"/>
            <a:ext cx="419930" cy="67237"/>
          </a:xfrm>
          <a:prstGeom prst="trapezoid">
            <a:avLst>
              <a:gd name="adj" fmla="val 50352"/>
            </a:avLst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8789816" y="2685979"/>
            <a:ext cx="153248" cy="289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 flipV="1">
            <a:off x="9049059" y="2677728"/>
            <a:ext cx="151689" cy="2972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hord 16"/>
          <p:cNvSpPr/>
          <p:nvPr/>
        </p:nvSpPr>
        <p:spPr>
          <a:xfrm rot="17590864">
            <a:off x="8752939" y="2816525"/>
            <a:ext cx="496944" cy="501183"/>
          </a:xfrm>
          <a:prstGeom prst="chord">
            <a:avLst>
              <a:gd name="adj1" fmla="val 1413806"/>
              <a:gd name="adj2" fmla="val 173607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rapezoid 36"/>
          <p:cNvSpPr/>
          <p:nvPr/>
        </p:nvSpPr>
        <p:spPr>
          <a:xfrm>
            <a:off x="8823355" y="2570343"/>
            <a:ext cx="363507" cy="327052"/>
          </a:xfrm>
          <a:prstGeom prst="trapezoid">
            <a:avLst>
              <a:gd name="adj" fmla="val 53848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8634813" y="3894018"/>
            <a:ext cx="1065932" cy="952080"/>
            <a:chOff x="8333474" y="732253"/>
            <a:chExt cx="1065932" cy="952080"/>
          </a:xfrm>
        </p:grpSpPr>
        <p:grpSp>
          <p:nvGrpSpPr>
            <p:cNvPr id="61" name="Group 60"/>
            <p:cNvGrpSpPr/>
            <p:nvPr/>
          </p:nvGrpSpPr>
          <p:grpSpPr>
            <a:xfrm>
              <a:off x="8333474" y="732253"/>
              <a:ext cx="1065932" cy="755094"/>
              <a:chOff x="7259969" y="2601357"/>
              <a:chExt cx="1065932" cy="755094"/>
            </a:xfrm>
          </p:grpSpPr>
          <p:sp>
            <p:nvSpPr>
              <p:cNvPr id="7" name="Arc 6"/>
              <p:cNvSpPr/>
              <p:nvPr/>
            </p:nvSpPr>
            <p:spPr>
              <a:xfrm rot="16200000">
                <a:off x="7523482" y="2571865"/>
                <a:ext cx="556145" cy="615129"/>
              </a:xfrm>
              <a:prstGeom prst="arc">
                <a:avLst>
                  <a:gd name="adj1" fmla="val 15938180"/>
                  <a:gd name="adj2" fmla="val 4515349"/>
                </a:avLst>
              </a:prstGeom>
              <a:ln w="3810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Arc 37"/>
              <p:cNvSpPr/>
              <p:nvPr/>
            </p:nvSpPr>
            <p:spPr>
              <a:xfrm rot="21121487">
                <a:off x="7813056" y="2807381"/>
                <a:ext cx="512845" cy="549070"/>
              </a:xfrm>
              <a:prstGeom prst="arc">
                <a:avLst>
                  <a:gd name="adj1" fmla="val 14520099"/>
                  <a:gd name="adj2" fmla="val 5947153"/>
                </a:avLst>
              </a:prstGeom>
              <a:ln w="3810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Arc 39"/>
              <p:cNvSpPr/>
              <p:nvPr/>
            </p:nvSpPr>
            <p:spPr>
              <a:xfrm rot="11518997">
                <a:off x="7259969" y="2918866"/>
                <a:ext cx="440206" cy="434784"/>
              </a:xfrm>
              <a:prstGeom prst="arc">
                <a:avLst>
                  <a:gd name="adj1" fmla="val 15311804"/>
                  <a:gd name="adj2" fmla="val 6561255"/>
                </a:avLst>
              </a:prstGeom>
              <a:ln w="3810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/>
              <p:cNvCxnSpPr>
                <a:stCxn id="38" idx="2"/>
                <a:endCxn id="40" idx="0"/>
              </p:cNvCxnSpPr>
              <p:nvPr/>
            </p:nvCxnSpPr>
            <p:spPr>
              <a:xfrm flipH="1" flipV="1">
                <a:off x="7490775" y="3353561"/>
                <a:ext cx="573232" cy="2333"/>
              </a:xfrm>
              <a:prstGeom prst="line">
                <a:avLst/>
              </a:prstGeom>
              <a:ln w="38100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1" name="Straight Connector 80"/>
            <p:cNvCxnSpPr/>
            <p:nvPr/>
          </p:nvCxnSpPr>
          <p:spPr>
            <a:xfrm flipH="1">
              <a:off x="8480749" y="1555956"/>
              <a:ext cx="86018" cy="128377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>
              <a:off x="8680766" y="1553453"/>
              <a:ext cx="86018" cy="128377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flipH="1">
              <a:off x="8863316" y="1555956"/>
              <a:ext cx="86018" cy="128377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flipH="1">
              <a:off x="9044154" y="1555956"/>
              <a:ext cx="86018" cy="128377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oup 144"/>
          <p:cNvGrpSpPr/>
          <p:nvPr/>
        </p:nvGrpSpPr>
        <p:grpSpPr>
          <a:xfrm>
            <a:off x="7512677" y="3671676"/>
            <a:ext cx="749756" cy="742336"/>
            <a:chOff x="7561731" y="1943741"/>
            <a:chExt cx="749756" cy="742336"/>
          </a:xfrm>
        </p:grpSpPr>
        <p:cxnSp>
          <p:nvCxnSpPr>
            <p:cNvPr id="98" name="Straight Connector 97"/>
            <p:cNvCxnSpPr/>
            <p:nvPr/>
          </p:nvCxnSpPr>
          <p:spPr>
            <a:xfrm flipH="1">
              <a:off x="7929056" y="1943741"/>
              <a:ext cx="9671" cy="742336"/>
            </a:xfrm>
            <a:prstGeom prst="line">
              <a:avLst/>
            </a:prstGeom>
            <a:ln w="3810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 flipH="1">
              <a:off x="7561731" y="2314909"/>
              <a:ext cx="749756" cy="5583"/>
            </a:xfrm>
            <a:prstGeom prst="line">
              <a:avLst/>
            </a:prstGeom>
            <a:ln w="3810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H="1" flipV="1">
              <a:off x="7748553" y="1995122"/>
              <a:ext cx="351963" cy="648960"/>
            </a:xfrm>
            <a:prstGeom prst="line">
              <a:avLst/>
            </a:prstGeom>
            <a:ln w="3810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H="1" flipV="1">
              <a:off x="7611904" y="2120967"/>
              <a:ext cx="632585" cy="403447"/>
            </a:xfrm>
            <a:prstGeom prst="line">
              <a:avLst/>
            </a:prstGeom>
            <a:ln w="3810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 flipH="1">
              <a:off x="7624584" y="2115532"/>
              <a:ext cx="635108" cy="395010"/>
            </a:xfrm>
            <a:prstGeom prst="line">
              <a:avLst/>
            </a:prstGeom>
            <a:ln w="3810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 flipH="1">
              <a:off x="7742555" y="1992238"/>
              <a:ext cx="365652" cy="651844"/>
            </a:xfrm>
            <a:prstGeom prst="line">
              <a:avLst/>
            </a:prstGeom>
            <a:ln w="3810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/>
            <p:cNvSpPr/>
            <p:nvPr/>
          </p:nvSpPr>
          <p:spPr>
            <a:xfrm>
              <a:off x="7642397" y="2021786"/>
              <a:ext cx="575092" cy="577537"/>
            </a:xfrm>
            <a:prstGeom prst="ellipse">
              <a:avLst/>
            </a:prstGeom>
            <a:solidFill>
              <a:schemeClr val="tx1"/>
            </a:solidFill>
            <a:ln w="381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2" name="Oval 121"/>
            <p:cNvSpPr/>
            <p:nvPr/>
          </p:nvSpPr>
          <p:spPr>
            <a:xfrm>
              <a:off x="7687137" y="2071318"/>
              <a:ext cx="483837" cy="470906"/>
            </a:xfrm>
            <a:prstGeom prst="ellipse">
              <a:avLst/>
            </a:prstGeom>
            <a:ln w="3810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9809134" y="716324"/>
            <a:ext cx="742511" cy="567922"/>
            <a:chOff x="8843034" y="892881"/>
            <a:chExt cx="742511" cy="567922"/>
          </a:xfrm>
        </p:grpSpPr>
        <p:grpSp>
          <p:nvGrpSpPr>
            <p:cNvPr id="25" name="Group 24"/>
            <p:cNvGrpSpPr/>
            <p:nvPr/>
          </p:nvGrpSpPr>
          <p:grpSpPr>
            <a:xfrm>
              <a:off x="8921438" y="892881"/>
              <a:ext cx="573232" cy="405399"/>
              <a:chOff x="7318120" y="2359849"/>
              <a:chExt cx="573232" cy="405399"/>
            </a:xfrm>
          </p:grpSpPr>
          <p:grpSp>
            <p:nvGrpSpPr>
              <p:cNvPr id="88" name="Group 87"/>
              <p:cNvGrpSpPr/>
              <p:nvPr/>
            </p:nvGrpSpPr>
            <p:grpSpPr>
              <a:xfrm rot="2863303">
                <a:off x="7409014" y="2347075"/>
                <a:ext cx="405399" cy="430947"/>
                <a:chOff x="7427257" y="1823593"/>
                <a:chExt cx="405399" cy="430947"/>
              </a:xfrm>
            </p:grpSpPr>
            <p:sp>
              <p:nvSpPr>
                <p:cNvPr id="89" name="Arc 88"/>
                <p:cNvSpPr/>
                <p:nvPr/>
              </p:nvSpPr>
              <p:spPr>
                <a:xfrm rot="11518997">
                  <a:off x="7522941" y="1936862"/>
                  <a:ext cx="309715" cy="297838"/>
                </a:xfrm>
                <a:prstGeom prst="arc">
                  <a:avLst>
                    <a:gd name="adj1" fmla="val 18243133"/>
                    <a:gd name="adj2" fmla="val 7176217"/>
                  </a:avLst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0" name="Straight Connector 89"/>
                <p:cNvCxnSpPr/>
                <p:nvPr/>
              </p:nvCxnSpPr>
              <p:spPr>
                <a:xfrm rot="18736697" flipH="1" flipV="1">
                  <a:off x="7460794" y="2218334"/>
                  <a:ext cx="59538" cy="12874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/>
                <p:cNvCxnSpPr/>
                <p:nvPr/>
              </p:nvCxnSpPr>
              <p:spPr>
                <a:xfrm rot="18736697" flipH="1" flipV="1">
                  <a:off x="7420052" y="2098057"/>
                  <a:ext cx="46074" cy="31664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 rot="18736697" flipH="1" flipV="1">
                  <a:off x="7461311" y="1953239"/>
                  <a:ext cx="16196" cy="56338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 rot="18736697" flipH="1">
                  <a:off x="7773840" y="1891996"/>
                  <a:ext cx="59162" cy="6946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rot="18736697" flipH="1">
                  <a:off x="7659274" y="1833171"/>
                  <a:ext cx="56507" cy="37351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 rot="18736697" flipH="1">
                  <a:off x="7562785" y="1846172"/>
                  <a:ext cx="28340" cy="58756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6" name="Straight Arrow Connector 95"/>
              <p:cNvCxnSpPr/>
              <p:nvPr/>
            </p:nvCxnSpPr>
            <p:spPr>
              <a:xfrm flipH="1" flipV="1">
                <a:off x="7609336" y="2505651"/>
                <a:ext cx="1636" cy="125979"/>
              </a:xfrm>
              <a:prstGeom prst="straightConnector1">
                <a:avLst/>
              </a:prstGeom>
              <a:ln w="19050">
                <a:solidFill>
                  <a:schemeClr val="bg1">
                    <a:lumMod val="85000"/>
                  </a:schemeClr>
                </a:solidFill>
                <a:headEnd w="lg" len="med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flipH="1" flipV="1">
                <a:off x="7318120" y="2670969"/>
                <a:ext cx="573232" cy="2333"/>
              </a:xfrm>
              <a:prstGeom prst="line">
                <a:avLst/>
              </a:prstGeom>
              <a:ln w="38100" cap="rnd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Rectangle 25"/>
            <p:cNvSpPr/>
            <p:nvPr/>
          </p:nvSpPr>
          <p:spPr>
            <a:xfrm>
              <a:off x="8843034" y="1153026"/>
              <a:ext cx="74251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>
                      <a:lumMod val="75000"/>
                    </a:schemeClr>
                  </a:solidFill>
                </a:rPr>
                <a:t>6:23am</a:t>
              </a:r>
              <a:endParaRPr lang="en-US" sz="1400" dirty="0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9802655" y="1299304"/>
            <a:ext cx="748990" cy="562080"/>
            <a:chOff x="8836555" y="892881"/>
            <a:chExt cx="748990" cy="562080"/>
          </a:xfrm>
        </p:grpSpPr>
        <p:grpSp>
          <p:nvGrpSpPr>
            <p:cNvPr id="113" name="Group 112"/>
            <p:cNvGrpSpPr/>
            <p:nvPr/>
          </p:nvGrpSpPr>
          <p:grpSpPr>
            <a:xfrm>
              <a:off x="8921438" y="892881"/>
              <a:ext cx="573232" cy="405399"/>
              <a:chOff x="7318120" y="2359849"/>
              <a:chExt cx="573232" cy="405399"/>
            </a:xfrm>
          </p:grpSpPr>
          <p:grpSp>
            <p:nvGrpSpPr>
              <p:cNvPr id="115" name="Group 114"/>
              <p:cNvGrpSpPr/>
              <p:nvPr/>
            </p:nvGrpSpPr>
            <p:grpSpPr>
              <a:xfrm rot="2863303">
                <a:off x="7409014" y="2347075"/>
                <a:ext cx="405399" cy="430947"/>
                <a:chOff x="7427257" y="1823593"/>
                <a:chExt cx="405399" cy="430947"/>
              </a:xfrm>
            </p:grpSpPr>
            <p:sp>
              <p:nvSpPr>
                <p:cNvPr id="118" name="Arc 117"/>
                <p:cNvSpPr/>
                <p:nvPr/>
              </p:nvSpPr>
              <p:spPr>
                <a:xfrm rot="11518997">
                  <a:off x="7522941" y="1936862"/>
                  <a:ext cx="309715" cy="297838"/>
                </a:xfrm>
                <a:prstGeom prst="arc">
                  <a:avLst>
                    <a:gd name="adj1" fmla="val 18243133"/>
                    <a:gd name="adj2" fmla="val 7176217"/>
                  </a:avLst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9" name="Straight Connector 118"/>
                <p:cNvCxnSpPr/>
                <p:nvPr/>
              </p:nvCxnSpPr>
              <p:spPr>
                <a:xfrm rot="18736697" flipH="1" flipV="1">
                  <a:off x="7460794" y="2218334"/>
                  <a:ext cx="59538" cy="12874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/>
                <p:cNvCxnSpPr/>
                <p:nvPr/>
              </p:nvCxnSpPr>
              <p:spPr>
                <a:xfrm rot="18736697" flipH="1" flipV="1">
                  <a:off x="7420052" y="2098057"/>
                  <a:ext cx="46074" cy="31664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/>
                <p:cNvCxnSpPr/>
                <p:nvPr/>
              </p:nvCxnSpPr>
              <p:spPr>
                <a:xfrm rot="18736697" flipH="1" flipV="1">
                  <a:off x="7461311" y="1953239"/>
                  <a:ext cx="16196" cy="56338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/>
                <p:cNvCxnSpPr/>
                <p:nvPr/>
              </p:nvCxnSpPr>
              <p:spPr>
                <a:xfrm rot="18736697" flipH="1">
                  <a:off x="7773840" y="1891996"/>
                  <a:ext cx="59162" cy="6946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/>
                <p:cNvCxnSpPr/>
                <p:nvPr/>
              </p:nvCxnSpPr>
              <p:spPr>
                <a:xfrm rot="18736697" flipH="1">
                  <a:off x="7659274" y="1833171"/>
                  <a:ext cx="56507" cy="37351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/>
                <p:cNvCxnSpPr/>
                <p:nvPr/>
              </p:nvCxnSpPr>
              <p:spPr>
                <a:xfrm rot="18736697" flipH="1">
                  <a:off x="7562785" y="1846172"/>
                  <a:ext cx="28340" cy="58756"/>
                </a:xfrm>
                <a:prstGeom prst="line">
                  <a:avLst/>
                </a:prstGeom>
                <a:ln w="38100" cap="rnd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6" name="Straight Arrow Connector 115"/>
              <p:cNvCxnSpPr/>
              <p:nvPr/>
            </p:nvCxnSpPr>
            <p:spPr>
              <a:xfrm>
                <a:off x="7607580" y="2514904"/>
                <a:ext cx="221" cy="128804"/>
              </a:xfrm>
              <a:prstGeom prst="straightConnector1">
                <a:avLst/>
              </a:prstGeom>
              <a:ln w="19050">
                <a:solidFill>
                  <a:schemeClr val="bg1">
                    <a:lumMod val="85000"/>
                  </a:schemeClr>
                </a:solidFill>
                <a:headEnd w="lg" len="med"/>
                <a:tailEnd type="arrow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>
              <a:xfrm flipH="1" flipV="1">
                <a:off x="7318120" y="2670969"/>
                <a:ext cx="573232" cy="2333"/>
              </a:xfrm>
              <a:prstGeom prst="line">
                <a:avLst/>
              </a:prstGeom>
              <a:ln w="38100" cap="rnd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4" name="Rectangle 113"/>
            <p:cNvSpPr/>
            <p:nvPr/>
          </p:nvSpPr>
          <p:spPr>
            <a:xfrm>
              <a:off x="8836555" y="1147184"/>
              <a:ext cx="74899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>
                      <a:lumMod val="75000"/>
                    </a:schemeClr>
                  </a:solidFill>
                </a:rPr>
                <a:t>8:35pm</a:t>
              </a:r>
              <a:endParaRPr lang="en-US" sz="1400" dirty="0"/>
            </a:p>
          </p:txBody>
        </p:sp>
      </p:grpSp>
      <p:sp>
        <p:nvSpPr>
          <p:cNvPr id="50" name="Rectangle 49"/>
          <p:cNvSpPr/>
          <p:nvPr/>
        </p:nvSpPr>
        <p:spPr>
          <a:xfrm>
            <a:off x="8563635" y="1356568"/>
            <a:ext cx="11703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>
                    <a:lumMod val="75000"/>
                  </a:schemeClr>
                </a:solidFill>
              </a:rPr>
              <a:t>First </a:t>
            </a:r>
          </a:p>
          <a:p>
            <a:pPr algn="ctr"/>
            <a:r>
              <a:rPr lang="en-US" sz="1400" b="1" dirty="0">
                <a:solidFill>
                  <a:schemeClr val="bg1">
                    <a:lumMod val="75000"/>
                  </a:schemeClr>
                </a:solidFill>
              </a:rPr>
              <a:t>Quarter</a:t>
            </a:r>
            <a:endParaRPr lang="en-US" sz="1400" dirty="0"/>
          </a:p>
        </p:txBody>
      </p:sp>
      <p:sp>
        <p:nvSpPr>
          <p:cNvPr id="53" name="Arc 52"/>
          <p:cNvSpPr/>
          <p:nvPr/>
        </p:nvSpPr>
        <p:spPr>
          <a:xfrm>
            <a:off x="7508197" y="602398"/>
            <a:ext cx="601191" cy="517243"/>
          </a:xfrm>
          <a:prstGeom prst="arc">
            <a:avLst>
              <a:gd name="adj1" fmla="val 16200000"/>
              <a:gd name="adj2" fmla="val 5245343"/>
            </a:avLst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Arc 132"/>
          <p:cNvSpPr/>
          <p:nvPr/>
        </p:nvSpPr>
        <p:spPr>
          <a:xfrm>
            <a:off x="7285983" y="559593"/>
            <a:ext cx="694620" cy="604199"/>
          </a:xfrm>
          <a:prstGeom prst="arc">
            <a:avLst>
              <a:gd name="adj1" fmla="val 18385261"/>
              <a:gd name="adj2" fmla="val 3327006"/>
            </a:avLst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Arc 133"/>
          <p:cNvSpPr/>
          <p:nvPr/>
        </p:nvSpPr>
        <p:spPr>
          <a:xfrm>
            <a:off x="7505399" y="601332"/>
            <a:ext cx="601191" cy="517243"/>
          </a:xfrm>
          <a:prstGeom prst="arc">
            <a:avLst>
              <a:gd name="adj1" fmla="val 16200000"/>
              <a:gd name="adj2" fmla="val 5245343"/>
            </a:avLst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Arc 134"/>
          <p:cNvSpPr/>
          <p:nvPr/>
        </p:nvSpPr>
        <p:spPr>
          <a:xfrm>
            <a:off x="7283185" y="558527"/>
            <a:ext cx="694620" cy="604199"/>
          </a:xfrm>
          <a:prstGeom prst="arc">
            <a:avLst>
              <a:gd name="adj1" fmla="val 18385261"/>
              <a:gd name="adj2" fmla="val 3327006"/>
            </a:avLst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Arc 136"/>
          <p:cNvSpPr/>
          <p:nvPr/>
        </p:nvSpPr>
        <p:spPr>
          <a:xfrm rot="10800000">
            <a:off x="7700929" y="1254474"/>
            <a:ext cx="496692" cy="520333"/>
          </a:xfrm>
          <a:prstGeom prst="arc">
            <a:avLst>
              <a:gd name="adj1" fmla="val 3551732"/>
              <a:gd name="adj2" fmla="val 3327006"/>
            </a:avLst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Arc 137"/>
          <p:cNvSpPr/>
          <p:nvPr/>
        </p:nvSpPr>
        <p:spPr>
          <a:xfrm>
            <a:off x="7400416" y="1208544"/>
            <a:ext cx="694620" cy="604199"/>
          </a:xfrm>
          <a:prstGeom prst="arc">
            <a:avLst>
              <a:gd name="adj1" fmla="val 18385261"/>
              <a:gd name="adj2" fmla="val 3327006"/>
            </a:avLst>
          </a:prstGeom>
          <a:ln w="1905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984" y="723250"/>
            <a:ext cx="652253" cy="627732"/>
          </a:xfrm>
          <a:prstGeom prst="rect">
            <a:avLst/>
          </a:prstGeom>
        </p:spPr>
      </p:pic>
      <p:grpSp>
        <p:nvGrpSpPr>
          <p:cNvPr id="62" name="Group 61"/>
          <p:cNvGrpSpPr/>
          <p:nvPr/>
        </p:nvGrpSpPr>
        <p:grpSpPr>
          <a:xfrm>
            <a:off x="209488" y="508203"/>
            <a:ext cx="547992" cy="609597"/>
            <a:chOff x="1365006" y="984703"/>
            <a:chExt cx="547992" cy="609597"/>
          </a:xfrm>
        </p:grpSpPr>
        <p:cxnSp>
          <p:nvCxnSpPr>
            <p:cNvPr id="31" name="Elbow Connector 30"/>
            <p:cNvCxnSpPr/>
            <p:nvPr/>
          </p:nvCxnSpPr>
          <p:spPr>
            <a:xfrm rot="16200000" flipH="1">
              <a:off x="1110137" y="1242673"/>
              <a:ext cx="595310" cy="85571"/>
            </a:xfrm>
            <a:prstGeom prst="bentConnector3">
              <a:avLst>
                <a:gd name="adj1" fmla="val -10000"/>
              </a:avLst>
            </a:prstGeom>
            <a:ln w="3810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lbow Connector 51"/>
            <p:cNvCxnSpPr/>
            <p:nvPr/>
          </p:nvCxnSpPr>
          <p:spPr>
            <a:xfrm rot="5400000">
              <a:off x="1569300" y="1250602"/>
              <a:ext cx="609597" cy="77799"/>
            </a:xfrm>
            <a:prstGeom prst="bentConnector3">
              <a:avLst>
                <a:gd name="adj1" fmla="val -9375"/>
              </a:avLst>
            </a:prstGeom>
            <a:ln w="3810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/>
            <p:cNvCxnSpPr/>
            <p:nvPr/>
          </p:nvCxnSpPr>
          <p:spPr>
            <a:xfrm>
              <a:off x="1450578" y="1594300"/>
              <a:ext cx="384621" cy="0"/>
            </a:xfrm>
            <a:prstGeom prst="line">
              <a:avLst/>
            </a:prstGeom>
            <a:ln w="3810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 flipH="1" flipV="1">
              <a:off x="1686470" y="1037668"/>
              <a:ext cx="4972" cy="470931"/>
            </a:xfrm>
            <a:prstGeom prst="line">
              <a:avLst/>
            </a:prstGeom>
            <a:ln w="190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V="1">
              <a:off x="1696828" y="1510426"/>
              <a:ext cx="57150" cy="554"/>
            </a:xfrm>
            <a:prstGeom prst="line">
              <a:avLst/>
            </a:prstGeom>
            <a:ln w="190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1696883" y="1415509"/>
              <a:ext cx="57150" cy="554"/>
            </a:xfrm>
            <a:prstGeom prst="line">
              <a:avLst/>
            </a:prstGeom>
            <a:ln w="190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696883" y="1321697"/>
              <a:ext cx="57150" cy="554"/>
            </a:xfrm>
            <a:prstGeom prst="line">
              <a:avLst/>
            </a:prstGeom>
            <a:ln w="190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93287" y="1228439"/>
              <a:ext cx="57150" cy="554"/>
            </a:xfrm>
            <a:prstGeom prst="line">
              <a:avLst/>
            </a:prstGeom>
            <a:ln w="190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 flipV="1">
              <a:off x="1690035" y="1134522"/>
              <a:ext cx="57150" cy="554"/>
            </a:xfrm>
            <a:prstGeom prst="line">
              <a:avLst/>
            </a:prstGeom>
            <a:ln w="190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 flipV="1">
              <a:off x="1690035" y="1035355"/>
              <a:ext cx="57150" cy="554"/>
            </a:xfrm>
            <a:prstGeom prst="line">
              <a:avLst/>
            </a:prstGeom>
            <a:ln w="190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Rounded Rectangle 100"/>
          <p:cNvSpPr/>
          <p:nvPr/>
        </p:nvSpPr>
        <p:spPr>
          <a:xfrm>
            <a:off x="585307" y="1379088"/>
            <a:ext cx="459412" cy="929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ounded Rectangle 102"/>
          <p:cNvSpPr/>
          <p:nvPr/>
        </p:nvSpPr>
        <p:spPr>
          <a:xfrm>
            <a:off x="631420" y="1457172"/>
            <a:ext cx="374829" cy="101057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ounded Rectangle 101"/>
          <p:cNvSpPr/>
          <p:nvPr/>
        </p:nvSpPr>
        <p:spPr>
          <a:xfrm>
            <a:off x="112758" y="2532351"/>
            <a:ext cx="377806" cy="140804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ounded Rectangle 142"/>
          <p:cNvSpPr/>
          <p:nvPr/>
        </p:nvSpPr>
        <p:spPr>
          <a:xfrm>
            <a:off x="722065" y="2099568"/>
            <a:ext cx="203651" cy="69747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Delay 57"/>
          <p:cNvSpPr/>
          <p:nvPr/>
        </p:nvSpPr>
        <p:spPr>
          <a:xfrm rot="5400000">
            <a:off x="164306" y="1738814"/>
            <a:ext cx="114300" cy="393359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ord 58"/>
          <p:cNvSpPr/>
          <p:nvPr/>
        </p:nvSpPr>
        <p:spPr>
          <a:xfrm rot="16200000">
            <a:off x="625382" y="1991187"/>
            <a:ext cx="180200" cy="173719"/>
          </a:xfrm>
          <a:prstGeom prst="chord">
            <a:avLst>
              <a:gd name="adj1" fmla="val 6207565"/>
              <a:gd name="adj2" fmla="val 1541332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Chord 146"/>
          <p:cNvSpPr/>
          <p:nvPr/>
        </p:nvSpPr>
        <p:spPr>
          <a:xfrm rot="16200000">
            <a:off x="523037" y="2581832"/>
            <a:ext cx="180200" cy="173719"/>
          </a:xfrm>
          <a:prstGeom prst="chord">
            <a:avLst>
              <a:gd name="adj1" fmla="val 5352592"/>
              <a:gd name="adj2" fmla="val 162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Chord 147"/>
          <p:cNvSpPr/>
          <p:nvPr/>
        </p:nvSpPr>
        <p:spPr>
          <a:xfrm rot="16200000">
            <a:off x="835216" y="1991044"/>
            <a:ext cx="180200" cy="173719"/>
          </a:xfrm>
          <a:prstGeom prst="chord">
            <a:avLst>
              <a:gd name="adj1" fmla="val 6207565"/>
              <a:gd name="adj2" fmla="val 1541332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ounded Rectangle 149"/>
          <p:cNvSpPr/>
          <p:nvPr/>
        </p:nvSpPr>
        <p:spPr>
          <a:xfrm>
            <a:off x="631421" y="1516060"/>
            <a:ext cx="380754" cy="583512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9" name="Straight Connector 108"/>
          <p:cNvCxnSpPr/>
          <p:nvPr/>
        </p:nvCxnSpPr>
        <p:spPr>
          <a:xfrm flipH="1" flipV="1">
            <a:off x="860733" y="1514520"/>
            <a:ext cx="11141" cy="579599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V="1">
            <a:off x="873173" y="2028021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 flipV="1">
            <a:off x="873173" y="1958023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/>
          <p:nvPr/>
        </p:nvCxnSpPr>
        <p:spPr>
          <a:xfrm flipV="1">
            <a:off x="869577" y="1707603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 flipV="1">
            <a:off x="871087" y="1644646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/>
          <p:nvPr/>
        </p:nvCxnSpPr>
        <p:spPr>
          <a:xfrm flipV="1">
            <a:off x="871087" y="1578818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/>
          <p:nvPr/>
        </p:nvCxnSpPr>
        <p:spPr>
          <a:xfrm flipV="1">
            <a:off x="869509" y="1514517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/>
          <p:nvPr/>
        </p:nvCxnSpPr>
        <p:spPr>
          <a:xfrm flipV="1">
            <a:off x="869577" y="1773819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flipV="1">
            <a:off x="868566" y="1835993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 flipV="1">
            <a:off x="870692" y="1893699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V="1">
            <a:off x="870737" y="2094366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ounded Rectangle 152"/>
          <p:cNvSpPr/>
          <p:nvPr/>
        </p:nvSpPr>
        <p:spPr>
          <a:xfrm>
            <a:off x="1309678" y="945356"/>
            <a:ext cx="387148" cy="791438"/>
          </a:xfrm>
          <a:prstGeom prst="roundRect">
            <a:avLst>
              <a:gd name="adj" fmla="val 21385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ounded Rectangle 153"/>
          <p:cNvSpPr/>
          <p:nvPr/>
        </p:nvSpPr>
        <p:spPr>
          <a:xfrm>
            <a:off x="1269958" y="945356"/>
            <a:ext cx="459412" cy="929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ounded Rectangle 154"/>
          <p:cNvSpPr/>
          <p:nvPr/>
        </p:nvSpPr>
        <p:spPr>
          <a:xfrm>
            <a:off x="1316071" y="1023440"/>
            <a:ext cx="374829" cy="101057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0" name="Straight Connector 159"/>
          <p:cNvCxnSpPr/>
          <p:nvPr/>
        </p:nvCxnSpPr>
        <p:spPr>
          <a:xfrm flipH="1" flipV="1">
            <a:off x="1545384" y="1080788"/>
            <a:ext cx="11141" cy="579599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flipV="1">
            <a:off x="1557824" y="1594289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/>
          <p:nvPr/>
        </p:nvCxnSpPr>
        <p:spPr>
          <a:xfrm flipV="1">
            <a:off x="1557824" y="1524291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 flipV="1">
            <a:off x="1554228" y="1273871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/>
          <p:nvPr/>
        </p:nvCxnSpPr>
        <p:spPr>
          <a:xfrm flipV="1">
            <a:off x="1555738" y="1210914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 flipV="1">
            <a:off x="1555738" y="1145086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/>
          <p:nvPr/>
        </p:nvCxnSpPr>
        <p:spPr>
          <a:xfrm flipV="1">
            <a:off x="1554160" y="1080785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/>
          <p:nvPr/>
        </p:nvCxnSpPr>
        <p:spPr>
          <a:xfrm flipV="1">
            <a:off x="1554228" y="1340087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/>
          <p:nvPr/>
        </p:nvCxnSpPr>
        <p:spPr>
          <a:xfrm flipV="1">
            <a:off x="1553217" y="1402261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V="1">
            <a:off x="1555343" y="1459967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V="1">
            <a:off x="1555388" y="1660634"/>
            <a:ext cx="57150" cy="554"/>
          </a:xfrm>
          <a:prstGeom prst="line">
            <a:avLst/>
          </a:prstGeom>
          <a:ln w="1905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4" name="Group 1033"/>
          <p:cNvGrpSpPr/>
          <p:nvPr/>
        </p:nvGrpSpPr>
        <p:grpSpPr>
          <a:xfrm>
            <a:off x="3255386" y="1077832"/>
            <a:ext cx="998351" cy="830947"/>
            <a:chOff x="7236882" y="2135388"/>
            <a:chExt cx="998351" cy="830947"/>
          </a:xfrm>
        </p:grpSpPr>
        <p:sp>
          <p:nvSpPr>
            <p:cNvPr id="144" name="Arc 143"/>
            <p:cNvSpPr/>
            <p:nvPr/>
          </p:nvSpPr>
          <p:spPr>
            <a:xfrm rot="16200000">
              <a:off x="7884017" y="2464555"/>
              <a:ext cx="240685" cy="229975"/>
            </a:xfrm>
            <a:prstGeom prst="arc">
              <a:avLst>
                <a:gd name="adj1" fmla="val 16395915"/>
                <a:gd name="adj2" fmla="val 3957851"/>
              </a:avLst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Arc 150"/>
            <p:cNvSpPr/>
            <p:nvPr/>
          </p:nvSpPr>
          <p:spPr>
            <a:xfrm rot="21121487">
              <a:off x="8030715" y="2542661"/>
              <a:ext cx="204518" cy="197956"/>
            </a:xfrm>
            <a:prstGeom prst="arc">
              <a:avLst>
                <a:gd name="adj1" fmla="val 14520096"/>
                <a:gd name="adj2" fmla="val 5705272"/>
              </a:avLst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Arc 155"/>
            <p:cNvSpPr/>
            <p:nvPr/>
          </p:nvSpPr>
          <p:spPr>
            <a:xfrm rot="11518997">
              <a:off x="7811999" y="2581625"/>
              <a:ext cx="175911" cy="158874"/>
            </a:xfrm>
            <a:prstGeom prst="arc">
              <a:avLst>
                <a:gd name="adj1" fmla="val 15311804"/>
                <a:gd name="adj2" fmla="val 6561255"/>
              </a:avLst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Connector 156"/>
            <p:cNvCxnSpPr/>
            <p:nvPr/>
          </p:nvCxnSpPr>
          <p:spPr>
            <a:xfrm flipH="1" flipV="1">
              <a:off x="7892930" y="2740372"/>
              <a:ext cx="252288" cy="505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Arc 157"/>
            <p:cNvSpPr/>
            <p:nvPr/>
          </p:nvSpPr>
          <p:spPr>
            <a:xfrm rot="11518997">
              <a:off x="7413400" y="2307286"/>
              <a:ext cx="503430" cy="494125"/>
            </a:xfrm>
            <a:prstGeom prst="arc">
              <a:avLst>
                <a:gd name="adj1" fmla="val 13520565"/>
                <a:gd name="adj2" fmla="val 8416866"/>
              </a:avLst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9" name="Straight Connector 158"/>
            <p:cNvCxnSpPr/>
            <p:nvPr/>
          </p:nvCxnSpPr>
          <p:spPr>
            <a:xfrm flipH="1">
              <a:off x="7332469" y="2766102"/>
              <a:ext cx="83039" cy="59466"/>
            </a:xfrm>
            <a:prstGeom prst="line">
              <a:avLst/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H="1">
              <a:off x="7236882" y="2612488"/>
              <a:ext cx="100349" cy="13601"/>
            </a:xfrm>
            <a:prstGeom prst="line">
              <a:avLst/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>
            <a:xfrm flipH="1" flipV="1">
              <a:off x="7257564" y="2373421"/>
              <a:ext cx="102617" cy="38096"/>
            </a:xfrm>
            <a:prstGeom prst="line">
              <a:avLst/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 flipH="1">
              <a:off x="7893640" y="2246422"/>
              <a:ext cx="66714" cy="77207"/>
            </a:xfrm>
            <a:prstGeom prst="line">
              <a:avLst/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>
            <a:xfrm flipH="1">
              <a:off x="7720254" y="2135388"/>
              <a:ext cx="16776" cy="100116"/>
            </a:xfrm>
            <a:prstGeom prst="line">
              <a:avLst/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>
            <a:xfrm>
              <a:off x="7439775" y="2179242"/>
              <a:ext cx="57544" cy="94002"/>
            </a:xfrm>
            <a:prstGeom prst="line">
              <a:avLst/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>
            <a:xfrm flipH="1" flipV="1">
              <a:off x="7784222" y="2889644"/>
              <a:ext cx="21772" cy="76691"/>
            </a:xfrm>
            <a:prstGeom prst="line">
              <a:avLst/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 flipH="1">
              <a:off x="7542066" y="2873193"/>
              <a:ext cx="28058" cy="83992"/>
            </a:xfrm>
            <a:prstGeom prst="line">
              <a:avLst/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0" name="Group 189"/>
          <p:cNvGrpSpPr/>
          <p:nvPr/>
        </p:nvGrpSpPr>
        <p:grpSpPr>
          <a:xfrm>
            <a:off x="7009312" y="752887"/>
            <a:ext cx="1082722" cy="894587"/>
            <a:chOff x="7107419" y="2381645"/>
            <a:chExt cx="1082722" cy="894587"/>
          </a:xfrm>
        </p:grpSpPr>
        <p:sp>
          <p:nvSpPr>
            <p:cNvPr id="191" name="Arc 190"/>
            <p:cNvSpPr/>
            <p:nvPr/>
          </p:nvSpPr>
          <p:spPr>
            <a:xfrm rot="16200000">
              <a:off x="7589376" y="2709199"/>
              <a:ext cx="457151" cy="437545"/>
            </a:xfrm>
            <a:prstGeom prst="arc">
              <a:avLst>
                <a:gd name="adj1" fmla="val 16395915"/>
                <a:gd name="adj2" fmla="val 4289859"/>
              </a:avLst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Arc 191"/>
            <p:cNvSpPr/>
            <p:nvPr/>
          </p:nvSpPr>
          <p:spPr>
            <a:xfrm rot="21121487">
              <a:off x="7845155" y="2867612"/>
              <a:ext cx="344986" cy="408620"/>
            </a:xfrm>
            <a:prstGeom prst="arc">
              <a:avLst>
                <a:gd name="adj1" fmla="val 14520096"/>
                <a:gd name="adj2" fmla="val 5705272"/>
              </a:avLst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Arc 192"/>
            <p:cNvSpPr/>
            <p:nvPr/>
          </p:nvSpPr>
          <p:spPr>
            <a:xfrm rot="11518997">
              <a:off x="7401928" y="2936304"/>
              <a:ext cx="330637" cy="339210"/>
            </a:xfrm>
            <a:prstGeom prst="arc">
              <a:avLst>
                <a:gd name="adj1" fmla="val 15311804"/>
                <a:gd name="adj2" fmla="val 6561255"/>
              </a:avLst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4" name="Straight Connector 193"/>
            <p:cNvCxnSpPr/>
            <p:nvPr/>
          </p:nvCxnSpPr>
          <p:spPr>
            <a:xfrm flipH="1">
              <a:off x="7578603" y="3275727"/>
              <a:ext cx="465810" cy="0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Arc 194"/>
            <p:cNvSpPr/>
            <p:nvPr/>
          </p:nvSpPr>
          <p:spPr>
            <a:xfrm rot="11518997">
              <a:off x="7283937" y="2553543"/>
              <a:ext cx="503430" cy="494125"/>
            </a:xfrm>
            <a:prstGeom prst="arc">
              <a:avLst>
                <a:gd name="adj1" fmla="val 18162378"/>
                <a:gd name="adj2" fmla="val 7742994"/>
              </a:avLst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6" name="Straight Connector 195"/>
            <p:cNvCxnSpPr/>
            <p:nvPr/>
          </p:nvCxnSpPr>
          <p:spPr>
            <a:xfrm flipH="1">
              <a:off x="7203006" y="3012359"/>
              <a:ext cx="83039" cy="59466"/>
            </a:xfrm>
            <a:prstGeom prst="line">
              <a:avLst/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>
            <a:xfrm flipH="1">
              <a:off x="7107419" y="2858745"/>
              <a:ext cx="100349" cy="13601"/>
            </a:xfrm>
            <a:prstGeom prst="line">
              <a:avLst/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/>
          </p:nvCxnSpPr>
          <p:spPr>
            <a:xfrm flipH="1" flipV="1">
              <a:off x="7128101" y="2619678"/>
              <a:ext cx="102617" cy="38096"/>
            </a:xfrm>
            <a:prstGeom prst="line">
              <a:avLst/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 flipH="1">
              <a:off x="7764177" y="2492679"/>
              <a:ext cx="66714" cy="77207"/>
            </a:xfrm>
            <a:prstGeom prst="line">
              <a:avLst/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/>
          </p:nvCxnSpPr>
          <p:spPr>
            <a:xfrm flipH="1">
              <a:off x="7590791" y="2381645"/>
              <a:ext cx="16776" cy="100116"/>
            </a:xfrm>
            <a:prstGeom prst="line">
              <a:avLst/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/>
          </p:nvCxnSpPr>
          <p:spPr>
            <a:xfrm>
              <a:off x="7310312" y="2425499"/>
              <a:ext cx="57544" cy="94002"/>
            </a:xfrm>
            <a:prstGeom prst="line">
              <a:avLst/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1" name="Group 1040"/>
          <p:cNvGrpSpPr/>
          <p:nvPr/>
        </p:nvGrpSpPr>
        <p:grpSpPr>
          <a:xfrm>
            <a:off x="3520623" y="2589771"/>
            <a:ext cx="946466" cy="752833"/>
            <a:chOff x="3668722" y="2692660"/>
            <a:chExt cx="946466" cy="752833"/>
          </a:xfrm>
        </p:grpSpPr>
        <p:sp>
          <p:nvSpPr>
            <p:cNvPr id="207" name="Arc 206"/>
            <p:cNvSpPr/>
            <p:nvPr/>
          </p:nvSpPr>
          <p:spPr>
            <a:xfrm rot="12213494">
              <a:off x="3824983" y="2860380"/>
              <a:ext cx="307556" cy="311073"/>
            </a:xfrm>
            <a:prstGeom prst="arc">
              <a:avLst>
                <a:gd name="adj1" fmla="val 19668966"/>
                <a:gd name="adj2" fmla="val 4892790"/>
              </a:avLst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0" name="Straight Connector 209"/>
            <p:cNvCxnSpPr/>
            <p:nvPr/>
          </p:nvCxnSpPr>
          <p:spPr>
            <a:xfrm flipH="1" flipV="1">
              <a:off x="3690862" y="2856606"/>
              <a:ext cx="75171" cy="30166"/>
            </a:xfrm>
            <a:prstGeom prst="line">
              <a:avLst/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H="1">
              <a:off x="4016508" y="2692660"/>
              <a:ext cx="7062" cy="84273"/>
            </a:xfrm>
            <a:prstGeom prst="line">
              <a:avLst/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>
              <a:off x="3839789" y="2731040"/>
              <a:ext cx="30799" cy="66088"/>
            </a:xfrm>
            <a:prstGeom prst="line">
              <a:avLst/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Arc 242"/>
            <p:cNvSpPr/>
            <p:nvPr/>
          </p:nvSpPr>
          <p:spPr>
            <a:xfrm rot="16200000">
              <a:off x="3734399" y="3122603"/>
              <a:ext cx="240688" cy="229975"/>
            </a:xfrm>
            <a:prstGeom prst="arc">
              <a:avLst>
                <a:gd name="adj1" fmla="val 17091470"/>
                <a:gd name="adj2" fmla="val 2351304"/>
              </a:avLst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Arc 244"/>
            <p:cNvSpPr/>
            <p:nvPr/>
          </p:nvSpPr>
          <p:spPr>
            <a:xfrm rot="11518997">
              <a:off x="3677588" y="3218711"/>
              <a:ext cx="152972" cy="143175"/>
            </a:xfrm>
            <a:prstGeom prst="arc">
              <a:avLst>
                <a:gd name="adj1" fmla="val 15311804"/>
                <a:gd name="adj2" fmla="val 6561255"/>
              </a:avLst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6" name="Straight Connector 245"/>
            <p:cNvCxnSpPr/>
            <p:nvPr/>
          </p:nvCxnSpPr>
          <p:spPr>
            <a:xfrm flipH="1" flipV="1">
              <a:off x="3756491" y="3361332"/>
              <a:ext cx="226676" cy="7724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8" name="Arc 247"/>
            <p:cNvSpPr/>
            <p:nvPr/>
          </p:nvSpPr>
          <p:spPr>
            <a:xfrm rot="11953184">
              <a:off x="3928308" y="3023723"/>
              <a:ext cx="452202" cy="419585"/>
            </a:xfrm>
            <a:prstGeom prst="arc">
              <a:avLst>
                <a:gd name="adj1" fmla="val 14965918"/>
                <a:gd name="adj2" fmla="val 4139300"/>
              </a:avLst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Arc 248"/>
            <p:cNvSpPr/>
            <p:nvPr/>
          </p:nvSpPr>
          <p:spPr>
            <a:xfrm rot="20005335">
              <a:off x="4275316" y="3123398"/>
              <a:ext cx="339872" cy="320701"/>
            </a:xfrm>
            <a:prstGeom prst="arc">
              <a:avLst>
                <a:gd name="adj1" fmla="val 17677901"/>
                <a:gd name="adj2" fmla="val 7295647"/>
              </a:avLst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Arc 246"/>
            <p:cNvSpPr/>
            <p:nvPr/>
          </p:nvSpPr>
          <p:spPr>
            <a:xfrm rot="18147742">
              <a:off x="4290659" y="2945245"/>
              <a:ext cx="263277" cy="267925"/>
            </a:xfrm>
            <a:prstGeom prst="arc">
              <a:avLst>
                <a:gd name="adj1" fmla="val 17016870"/>
                <a:gd name="adj2" fmla="val 4950710"/>
              </a:avLst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0" name="Straight Connector 249"/>
            <p:cNvCxnSpPr/>
            <p:nvPr/>
          </p:nvCxnSpPr>
          <p:spPr>
            <a:xfrm flipH="1">
              <a:off x="4164807" y="3445489"/>
              <a:ext cx="262050" cy="4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0" name="Arc 259"/>
            <p:cNvSpPr/>
            <p:nvPr/>
          </p:nvSpPr>
          <p:spPr>
            <a:xfrm rot="15449251">
              <a:off x="4074994" y="2823420"/>
              <a:ext cx="294464" cy="321002"/>
            </a:xfrm>
            <a:prstGeom prst="arc">
              <a:avLst>
                <a:gd name="adj1" fmla="val 16113522"/>
                <a:gd name="adj2" fmla="val 5242183"/>
              </a:avLst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2" name="Straight Connector 271"/>
            <p:cNvCxnSpPr/>
            <p:nvPr/>
          </p:nvCxnSpPr>
          <p:spPr>
            <a:xfrm flipH="1">
              <a:off x="3668722" y="3039820"/>
              <a:ext cx="77641" cy="4154"/>
            </a:xfrm>
            <a:prstGeom prst="line">
              <a:avLst/>
            </a:prstGeom>
            <a:ln w="5715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5949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4426857" y="683992"/>
            <a:ext cx="2554514" cy="2445641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" y="3616205"/>
            <a:ext cx="11907157" cy="31401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38070" y="734808"/>
            <a:ext cx="2732087" cy="223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500" dirty="0">
                <a:solidFill>
                  <a:srgbClr val="FF0000"/>
                </a:solidFill>
                <a:latin typeface="Calibri" panose="020F0502020204030204" pitchFamily="34" charset="0"/>
              </a:rPr>
              <a:t>31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78° |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52°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742" y="205015"/>
            <a:ext cx="2200275" cy="1600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217" y="1915372"/>
            <a:ext cx="2209800" cy="15906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37042" y="1106713"/>
            <a:ext cx="340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959680" y="1931720"/>
            <a:ext cx="13628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Humidity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959680" y="205015"/>
            <a:ext cx="12822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Pressure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1144038" y="205015"/>
            <a:ext cx="2209800" cy="1600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144039" y="205015"/>
            <a:ext cx="22098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Daily Rainfall</a:t>
            </a: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.84</a:t>
            </a:r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inches</a:t>
            </a:r>
          </a:p>
        </p:txBody>
      </p:sp>
      <p:cxnSp>
        <p:nvCxnSpPr>
          <p:cNvPr id="31" name="Elbow Connector 30"/>
          <p:cNvCxnSpPr/>
          <p:nvPr/>
        </p:nvCxnSpPr>
        <p:spPr>
          <a:xfrm rot="16200000" flipH="1">
            <a:off x="1110137" y="1242673"/>
            <a:ext cx="595310" cy="85571"/>
          </a:xfrm>
          <a:prstGeom prst="bentConnector3">
            <a:avLst>
              <a:gd name="adj1" fmla="val -10000"/>
            </a:avLst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/>
          <p:nvPr/>
        </p:nvCxnSpPr>
        <p:spPr>
          <a:xfrm rot="5400000">
            <a:off x="1569300" y="1250602"/>
            <a:ext cx="609597" cy="77799"/>
          </a:xfrm>
          <a:prstGeom prst="bentConnector3">
            <a:avLst>
              <a:gd name="adj1" fmla="val -7813"/>
            </a:avLst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Connector 1045"/>
          <p:cNvCxnSpPr/>
          <p:nvPr/>
        </p:nvCxnSpPr>
        <p:spPr>
          <a:xfrm>
            <a:off x="1450578" y="1594300"/>
            <a:ext cx="384621" cy="0"/>
          </a:xfrm>
          <a:prstGeom prst="line">
            <a:avLst/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Rounded Rectangle 1047"/>
          <p:cNvSpPr/>
          <p:nvPr/>
        </p:nvSpPr>
        <p:spPr>
          <a:xfrm>
            <a:off x="1482230" y="1268351"/>
            <a:ext cx="320874" cy="287605"/>
          </a:xfrm>
          <a:prstGeom prst="roundRect">
            <a:avLst>
              <a:gd name="adj" fmla="val 673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149229" y="1931720"/>
            <a:ext cx="2209800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Wind</a:t>
            </a: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  12</a:t>
            </a:r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     mph</a:t>
            </a:r>
          </a:p>
        </p:txBody>
      </p:sp>
      <p:cxnSp>
        <p:nvCxnSpPr>
          <p:cNvPr id="1050" name="Straight Arrow Connector 1049"/>
          <p:cNvCxnSpPr/>
          <p:nvPr/>
        </p:nvCxnSpPr>
        <p:spPr>
          <a:xfrm flipH="1">
            <a:off x="1550179" y="2760666"/>
            <a:ext cx="116212" cy="292002"/>
          </a:xfrm>
          <a:prstGeom prst="straightConnector1">
            <a:avLst/>
          </a:prstGeom>
          <a:ln w="10795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Rectangle 1052"/>
          <p:cNvSpPr/>
          <p:nvPr/>
        </p:nvSpPr>
        <p:spPr>
          <a:xfrm>
            <a:off x="1310823" y="3136715"/>
            <a:ext cx="6967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SSW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4115" y="-14408"/>
            <a:ext cx="36199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Winterset, IA</a:t>
            </a:r>
          </a:p>
        </p:txBody>
      </p:sp>
    </p:spTree>
    <p:extLst>
      <p:ext uri="{BB962C8B-B14F-4D97-AF65-F5344CB8AC3E}">
        <p14:creationId xmlns:p14="http://schemas.microsoft.com/office/powerpoint/2010/main" val="3120324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" y="0"/>
            <a:ext cx="12172950" cy="6858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4426857" y="683992"/>
            <a:ext cx="2554514" cy="2445641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" y="3616205"/>
            <a:ext cx="11907157" cy="31401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38070" y="734808"/>
            <a:ext cx="2732087" cy="223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500" dirty="0">
                <a:solidFill>
                  <a:srgbClr val="FF0000"/>
                </a:solidFill>
                <a:latin typeface="Calibri" panose="020F0502020204030204" pitchFamily="34" charset="0"/>
              </a:rPr>
              <a:t>31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78° |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52°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742" y="205015"/>
            <a:ext cx="2200275" cy="1600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217" y="1915372"/>
            <a:ext cx="2209800" cy="15906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37042" y="1106713"/>
            <a:ext cx="340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959680" y="1931720"/>
            <a:ext cx="13628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Humidity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959680" y="205015"/>
            <a:ext cx="12822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Pressure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1144038" y="205015"/>
            <a:ext cx="2209800" cy="1600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144039" y="205015"/>
            <a:ext cx="22098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Daily Rainfall</a:t>
            </a: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.84</a:t>
            </a:r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inches</a:t>
            </a:r>
          </a:p>
        </p:txBody>
      </p:sp>
      <p:cxnSp>
        <p:nvCxnSpPr>
          <p:cNvPr id="31" name="Elbow Connector 30"/>
          <p:cNvCxnSpPr/>
          <p:nvPr/>
        </p:nvCxnSpPr>
        <p:spPr>
          <a:xfrm rot="16200000" flipH="1">
            <a:off x="1110137" y="1242673"/>
            <a:ext cx="595310" cy="85571"/>
          </a:xfrm>
          <a:prstGeom prst="bentConnector3">
            <a:avLst>
              <a:gd name="adj1" fmla="val -10000"/>
            </a:avLst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/>
          <p:nvPr/>
        </p:nvCxnSpPr>
        <p:spPr>
          <a:xfrm rot="5400000">
            <a:off x="1569300" y="1250602"/>
            <a:ext cx="609597" cy="77799"/>
          </a:xfrm>
          <a:prstGeom prst="bentConnector3">
            <a:avLst>
              <a:gd name="adj1" fmla="val -7813"/>
            </a:avLst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Connector 1045"/>
          <p:cNvCxnSpPr/>
          <p:nvPr/>
        </p:nvCxnSpPr>
        <p:spPr>
          <a:xfrm>
            <a:off x="1450578" y="1594300"/>
            <a:ext cx="384621" cy="0"/>
          </a:xfrm>
          <a:prstGeom prst="line">
            <a:avLst/>
          </a:prstGeom>
          <a:ln w="22225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Rounded Rectangle 1047"/>
          <p:cNvSpPr/>
          <p:nvPr/>
        </p:nvSpPr>
        <p:spPr>
          <a:xfrm>
            <a:off x="1482230" y="1268351"/>
            <a:ext cx="320874" cy="287605"/>
          </a:xfrm>
          <a:prstGeom prst="roundRect">
            <a:avLst>
              <a:gd name="adj" fmla="val 673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149229" y="1931720"/>
            <a:ext cx="2209800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Wind</a:t>
            </a:r>
          </a:p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     12</a:t>
            </a:r>
            <a:endParaRPr lang="en-US" sz="5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     mph</a:t>
            </a:r>
          </a:p>
        </p:txBody>
      </p:sp>
      <p:cxnSp>
        <p:nvCxnSpPr>
          <p:cNvPr id="1050" name="Straight Arrow Connector 1049"/>
          <p:cNvCxnSpPr/>
          <p:nvPr/>
        </p:nvCxnSpPr>
        <p:spPr>
          <a:xfrm flipH="1">
            <a:off x="1550179" y="2760666"/>
            <a:ext cx="116212" cy="292002"/>
          </a:xfrm>
          <a:prstGeom prst="straightConnector1">
            <a:avLst/>
          </a:prstGeom>
          <a:ln w="10795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Rectangle 1052"/>
          <p:cNvSpPr/>
          <p:nvPr/>
        </p:nvSpPr>
        <p:spPr>
          <a:xfrm>
            <a:off x="1310823" y="3136715"/>
            <a:ext cx="6967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SSW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4115" y="-14408"/>
            <a:ext cx="36199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Winterset, IA</a:t>
            </a:r>
          </a:p>
        </p:txBody>
      </p:sp>
    </p:spTree>
    <p:extLst>
      <p:ext uri="{BB962C8B-B14F-4D97-AF65-F5344CB8AC3E}">
        <p14:creationId xmlns:p14="http://schemas.microsoft.com/office/powerpoint/2010/main" val="261393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72°</a:t>
            </a:r>
            <a:br>
              <a:rPr lang="en-US" dirty="0"/>
            </a:br>
            <a:r>
              <a:rPr lang="en-US" dirty="0"/>
              <a:t>78° | 52°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116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20286</TotalTime>
  <Words>224</Words>
  <Application>Microsoft Office PowerPoint</Application>
  <PresentationFormat>Widescreen</PresentationFormat>
  <Paragraphs>129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72° 78° | 52°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Monte E Miller</dc:creator>
  <cp:lastModifiedBy>Miller Monte E</cp:lastModifiedBy>
  <cp:revision>104</cp:revision>
  <dcterms:created xsi:type="dcterms:W3CDTF">2017-06-20T18:09:03Z</dcterms:created>
  <dcterms:modified xsi:type="dcterms:W3CDTF">2019-12-18T20:59:05Z</dcterms:modified>
</cp:coreProperties>
</file>